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4"/>
  </p:sldMasterIdLst>
  <p:notesMasterIdLst>
    <p:notesMasterId r:id="rId20"/>
  </p:notesMasterIdLst>
  <p:handoutMasterIdLst>
    <p:handoutMasterId r:id="rId21"/>
  </p:handoutMasterIdLst>
  <p:sldIdLst>
    <p:sldId id="264" r:id="rId5"/>
    <p:sldId id="260" r:id="rId6"/>
    <p:sldId id="265" r:id="rId7"/>
    <p:sldId id="266" r:id="rId8"/>
    <p:sldId id="267" r:id="rId9"/>
    <p:sldId id="268" r:id="rId10"/>
    <p:sldId id="274" r:id="rId11"/>
    <p:sldId id="269" r:id="rId12"/>
    <p:sldId id="276" r:id="rId13"/>
    <p:sldId id="270" r:id="rId14"/>
    <p:sldId id="275" r:id="rId15"/>
    <p:sldId id="271" r:id="rId16"/>
    <p:sldId id="272" r:id="rId17"/>
    <p:sldId id="273" r:id="rId18"/>
    <p:sldId id="277" r:id="rId19"/>
  </p:sldIdLst>
  <p:sldSz cx="12192000" cy="6858000"/>
  <p:notesSz cx="6858000" cy="9144000"/>
  <p:defaultTextStyle>
    <a:defPPr rtl="0">
      <a:defRPr lang="ru-ru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268B628B-09FE-450F-BF7E-ED45B1B16F2F}">
          <p14:sldIdLst>
            <p14:sldId id="264"/>
            <p14:sldId id="260"/>
          </p14:sldIdLst>
        </p14:section>
        <p14:section name="Раздел без заголовка" id="{FE84B555-FAE5-4ED3-8656-14562778F98E}">
          <p14:sldIdLst>
            <p14:sldId id="265"/>
            <p14:sldId id="266"/>
            <p14:sldId id="267"/>
            <p14:sldId id="268"/>
            <p14:sldId id="274"/>
            <p14:sldId id="269"/>
            <p14:sldId id="276"/>
            <p14:sldId id="270"/>
            <p14:sldId id="275"/>
            <p14:sldId id="271"/>
            <p14:sldId id="272"/>
            <p14:sldId id="273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79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9" d="100"/>
          <a:sy n="99" d="100"/>
        </p:scale>
        <p:origin x="3570" y="84"/>
      </p:cViewPr>
      <p:guideLst/>
    </p:cSldViewPr>
  </p:notesViewPr>
  <p:gridSpacing cx="59999" cy="59999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6" Type="http://schemas.openxmlformats.org/officeDocument/2006/relationships/image" Target="../media/image18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6.png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6" Type="http://schemas.openxmlformats.org/officeDocument/2006/relationships/image" Target="../media/image18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6.png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E0C64AD-A702-42D9-8C27-1A73F4995E3A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accent1_2" csCatId="accent1" phldr="1"/>
      <dgm:spPr/>
      <dgm:t>
        <a:bodyPr rtlCol="0"/>
        <a:lstStyle/>
        <a:p>
          <a:pPr rtl="0"/>
          <a:endParaRPr lang="en-US"/>
        </a:p>
      </dgm:t>
    </dgm:pt>
    <dgm:pt modelId="{08A4D3A2-CEEB-4E25-83B1-BA2A46CA8CDC}">
      <dgm:prSet/>
      <dgm:spPr/>
      <dgm:t>
        <a:bodyPr rtlCol="0"/>
        <a:lstStyle/>
        <a:p>
          <a:pPr>
            <a:lnSpc>
              <a:spcPct val="100000"/>
            </a:lnSpc>
            <a:defRPr cap="all"/>
          </a:pPr>
          <a:r>
            <a:rPr lang="ru-RU" b="1" noProof="1"/>
            <a:t>проблематика</a:t>
          </a:r>
        </a:p>
      </dgm:t>
    </dgm:pt>
    <dgm:pt modelId="{17ED7668-C7A2-411B-828D-708070FCAAC6}" type="parTrans" cxnId="{A6FB641B-0AF5-4ECD-BDDE-D85490EE8EF9}">
      <dgm:prSet/>
      <dgm:spPr/>
      <dgm:t>
        <a:bodyPr rtlCol="0"/>
        <a:lstStyle/>
        <a:p>
          <a:pPr rtl="0"/>
          <a:endParaRPr lang="ru-RU" noProof="1"/>
        </a:p>
      </dgm:t>
    </dgm:pt>
    <dgm:pt modelId="{9C7AE053-0AB0-457B-A930-61DA08D3F62C}" type="sibTrans" cxnId="{A6FB641B-0AF5-4ECD-BDDE-D85490EE8EF9}">
      <dgm:prSet/>
      <dgm:spPr/>
      <dgm:t>
        <a:bodyPr rtlCol="0"/>
        <a:lstStyle/>
        <a:p>
          <a:pPr rtl="0"/>
          <a:endParaRPr lang="ru-RU" noProof="1"/>
        </a:p>
      </dgm:t>
    </dgm:pt>
    <dgm:pt modelId="{17D3A00E-1F7D-4191-9AEE-C43CFFF64414}">
      <dgm:prSet/>
      <dgm:spPr/>
      <dgm:t>
        <a:bodyPr rtlCol="0"/>
        <a:lstStyle/>
        <a:p>
          <a:pPr>
            <a:lnSpc>
              <a:spcPct val="100000"/>
            </a:lnSpc>
            <a:defRPr cap="all"/>
          </a:pPr>
          <a:r>
            <a:rPr lang="ru-RU" b="1" noProof="1"/>
            <a:t>Постановка задачи</a:t>
          </a:r>
        </a:p>
      </dgm:t>
    </dgm:pt>
    <dgm:pt modelId="{010BCCCA-CB37-419A-B6D2-4F1AC86F8DC9}" type="sibTrans" cxnId="{6F0B2606-4A67-4D1D-AFA4-BD3298A6CA57}">
      <dgm:prSet/>
      <dgm:spPr/>
      <dgm:t>
        <a:bodyPr rtlCol="0"/>
        <a:lstStyle/>
        <a:p>
          <a:pPr rtl="0"/>
          <a:endParaRPr lang="ru-RU" noProof="1"/>
        </a:p>
      </dgm:t>
    </dgm:pt>
    <dgm:pt modelId="{31069C98-277C-41E3-A9FC-F99C462FB40B}" type="parTrans" cxnId="{6F0B2606-4A67-4D1D-AFA4-BD3298A6CA57}">
      <dgm:prSet/>
      <dgm:spPr/>
      <dgm:t>
        <a:bodyPr rtlCol="0"/>
        <a:lstStyle/>
        <a:p>
          <a:pPr rtl="0"/>
          <a:endParaRPr lang="ru-RU" noProof="1"/>
        </a:p>
      </dgm:t>
    </dgm:pt>
    <dgm:pt modelId="{1B33FB5C-F9BA-4278-8A24-45DFD21B322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ru-RU" b="1" dirty="0"/>
            <a:t>Архитектура решения</a:t>
          </a:r>
          <a:endParaRPr lang="ru-RU" b="1" noProof="1"/>
        </a:p>
      </dgm:t>
    </dgm:pt>
    <dgm:pt modelId="{60A74963-9A97-419B-9B78-5CD81A79AF8F}" type="sibTrans" cxnId="{92BEB2E0-945D-4A01-BA22-6818F7C00303}">
      <dgm:prSet/>
      <dgm:spPr/>
      <dgm:t>
        <a:bodyPr rtlCol="0"/>
        <a:lstStyle/>
        <a:p>
          <a:pPr rtl="0"/>
          <a:endParaRPr lang="ru-RU" noProof="1"/>
        </a:p>
      </dgm:t>
    </dgm:pt>
    <dgm:pt modelId="{787EC892-6682-48CB-884E-635396D44445}" type="parTrans" cxnId="{92BEB2E0-945D-4A01-BA22-6818F7C00303}">
      <dgm:prSet/>
      <dgm:spPr/>
      <dgm:t>
        <a:bodyPr rtlCol="0"/>
        <a:lstStyle/>
        <a:p>
          <a:pPr rtl="0"/>
          <a:endParaRPr lang="ru-RU" noProof="1"/>
        </a:p>
      </dgm:t>
    </dgm:pt>
    <dgm:pt modelId="{E74A7C08-5100-4EC4-8027-817138CD2CB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dirty="0"/>
            <a:t>Recursive RAG vs</a:t>
          </a:r>
          <a:br>
            <a:rPr lang="en-US" b="1" dirty="0"/>
          </a:br>
          <a:r>
            <a:rPr lang="ru-RU" b="1" dirty="0"/>
            <a:t>классический </a:t>
          </a:r>
          <a:r>
            <a:rPr lang="en-US" b="1" dirty="0"/>
            <a:t>RAG</a:t>
          </a:r>
        </a:p>
      </dgm:t>
    </dgm:pt>
    <dgm:pt modelId="{A92EA1EB-4885-49B1-AD3C-79D13A8BFFA9}" type="parTrans" cxnId="{C31334C7-6E0A-4326-97BA-93D6E82FB8E8}">
      <dgm:prSet/>
      <dgm:spPr/>
      <dgm:t>
        <a:bodyPr/>
        <a:lstStyle/>
        <a:p>
          <a:endParaRPr lang="ru-RU"/>
        </a:p>
      </dgm:t>
    </dgm:pt>
    <dgm:pt modelId="{73BC415A-D853-4774-895D-E48AD01AA3DD}" type="sibTrans" cxnId="{C31334C7-6E0A-4326-97BA-93D6E82FB8E8}">
      <dgm:prSet/>
      <dgm:spPr/>
      <dgm:t>
        <a:bodyPr/>
        <a:lstStyle/>
        <a:p>
          <a:endParaRPr lang="ru-RU"/>
        </a:p>
      </dgm:t>
    </dgm:pt>
    <dgm:pt modelId="{C0A8EEE8-8F8E-4112-A3BC-50FA5AA1F67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ru-RU" b="1" dirty="0"/>
            <a:t>Система оценки качества</a:t>
          </a:r>
          <a:endParaRPr lang="en-US" b="1" dirty="0"/>
        </a:p>
      </dgm:t>
    </dgm:pt>
    <dgm:pt modelId="{E260558E-602F-4156-92DE-6692E3302A05}" type="parTrans" cxnId="{0C96E768-56A2-49C9-AB42-736756A58B3B}">
      <dgm:prSet/>
      <dgm:spPr/>
      <dgm:t>
        <a:bodyPr/>
        <a:lstStyle/>
        <a:p>
          <a:endParaRPr lang="ru-RU"/>
        </a:p>
      </dgm:t>
    </dgm:pt>
    <dgm:pt modelId="{86A6E295-2490-4408-BAC8-AC98676B8A29}" type="sibTrans" cxnId="{0C96E768-56A2-49C9-AB42-736756A58B3B}">
      <dgm:prSet/>
      <dgm:spPr/>
      <dgm:t>
        <a:bodyPr/>
        <a:lstStyle/>
        <a:p>
          <a:endParaRPr lang="ru-RU"/>
        </a:p>
      </dgm:t>
    </dgm:pt>
    <dgm:pt modelId="{41F1F74D-42C8-4EC2-9762-851A441322A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ru-RU" b="1" dirty="0"/>
            <a:t>Эксперимент</a:t>
          </a:r>
          <a:endParaRPr lang="en-US" b="1" dirty="0"/>
        </a:p>
      </dgm:t>
    </dgm:pt>
    <dgm:pt modelId="{41B23375-A3B2-424D-9D48-9E5A7E518477}" type="parTrans" cxnId="{AFF8E642-6BE7-4266-83BC-14E1FC5FC1B0}">
      <dgm:prSet/>
      <dgm:spPr/>
      <dgm:t>
        <a:bodyPr/>
        <a:lstStyle/>
        <a:p>
          <a:endParaRPr lang="ru-RU"/>
        </a:p>
      </dgm:t>
    </dgm:pt>
    <dgm:pt modelId="{13558E69-A78A-4438-9A65-71CF8F94D21C}" type="sibTrans" cxnId="{AFF8E642-6BE7-4266-83BC-14E1FC5FC1B0}">
      <dgm:prSet/>
      <dgm:spPr/>
      <dgm:t>
        <a:bodyPr/>
        <a:lstStyle/>
        <a:p>
          <a:endParaRPr lang="ru-RU"/>
        </a:p>
      </dgm:t>
    </dgm:pt>
    <dgm:pt modelId="{0DC3ED89-5095-4FA3-83FF-4C591D5CC9E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ru-RU" b="1" dirty="0"/>
            <a:t>Результаты</a:t>
          </a:r>
          <a:endParaRPr lang="en-US" b="1" dirty="0"/>
        </a:p>
      </dgm:t>
    </dgm:pt>
    <dgm:pt modelId="{214FFD7D-61FA-4049-A49F-F77AF901D2D1}" type="parTrans" cxnId="{03F0925A-8673-4547-BCA8-3C3595B7DA0E}">
      <dgm:prSet/>
      <dgm:spPr/>
      <dgm:t>
        <a:bodyPr/>
        <a:lstStyle/>
        <a:p>
          <a:endParaRPr lang="ru-RU"/>
        </a:p>
      </dgm:t>
    </dgm:pt>
    <dgm:pt modelId="{B7A9195E-7CEA-486B-BBB0-7D5835214B9A}" type="sibTrans" cxnId="{03F0925A-8673-4547-BCA8-3C3595B7DA0E}">
      <dgm:prSet/>
      <dgm:spPr/>
      <dgm:t>
        <a:bodyPr/>
        <a:lstStyle/>
        <a:p>
          <a:endParaRPr lang="ru-RU"/>
        </a:p>
      </dgm:t>
    </dgm:pt>
    <dgm:pt modelId="{064F4D34-5DA5-4D58-9EBE-6216EF45FE9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ru-RU" b="1" dirty="0"/>
            <a:t>Выводы</a:t>
          </a:r>
          <a:endParaRPr lang="en-US" b="1" dirty="0"/>
        </a:p>
      </dgm:t>
    </dgm:pt>
    <dgm:pt modelId="{3D8A8962-2337-463E-AD5B-B8197002AB9F}" type="parTrans" cxnId="{B75038FC-5DFD-4AD6-85DD-E825825316B4}">
      <dgm:prSet/>
      <dgm:spPr/>
      <dgm:t>
        <a:bodyPr/>
        <a:lstStyle/>
        <a:p>
          <a:endParaRPr lang="ru-RU"/>
        </a:p>
      </dgm:t>
    </dgm:pt>
    <dgm:pt modelId="{14E91632-1602-4CF7-9626-E78CDDAA08C9}" type="sibTrans" cxnId="{B75038FC-5DFD-4AD6-85DD-E825825316B4}">
      <dgm:prSet/>
      <dgm:spPr/>
      <dgm:t>
        <a:bodyPr/>
        <a:lstStyle/>
        <a:p>
          <a:endParaRPr lang="ru-RU"/>
        </a:p>
      </dgm:t>
    </dgm:pt>
    <dgm:pt modelId="{84CC74DF-A3E9-428E-99CB-C4C8FDB85C7B}" type="pres">
      <dgm:prSet presAssocID="{6E0C64AD-A702-42D9-8C27-1A73F4995E3A}" presName="root" presStyleCnt="0">
        <dgm:presLayoutVars>
          <dgm:dir/>
          <dgm:resizeHandles val="exact"/>
        </dgm:presLayoutVars>
      </dgm:prSet>
      <dgm:spPr/>
    </dgm:pt>
    <dgm:pt modelId="{10F9D520-2468-4F92-9FB5-0C3C7B80D0C7}" type="pres">
      <dgm:prSet presAssocID="{08A4D3A2-CEEB-4E25-83B1-BA2A46CA8CDC}" presName="compNode" presStyleCnt="0"/>
      <dgm:spPr/>
    </dgm:pt>
    <dgm:pt modelId="{CCA632C9-3557-4881-8320-4CC3B08F97B9}" type="pres">
      <dgm:prSet presAssocID="{08A4D3A2-CEEB-4E25-83B1-BA2A46CA8CDC}" presName="iconBgRect" presStyleLbl="bgShp" presStyleIdx="0" presStyleCnt="8"/>
      <dgm:spPr/>
    </dgm:pt>
    <dgm:pt modelId="{A42CA7D0-F69E-48C6-9DF0-6E5B3AE4CFFF}" type="pres">
      <dgm:prSet presAssocID="{08A4D3A2-CEEB-4E25-83B1-BA2A46CA8CDC}" presName="iconRect" presStyleLbl="node1" presStyleIdx="0" presStyleCnt="8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Вопросы"/>
        </a:ext>
      </dgm:extLst>
    </dgm:pt>
    <dgm:pt modelId="{EFECFA41-63C0-4C5B-8FA7-1F58B78C4721}" type="pres">
      <dgm:prSet presAssocID="{08A4D3A2-CEEB-4E25-83B1-BA2A46CA8CDC}" presName="spaceRect" presStyleCnt="0"/>
      <dgm:spPr/>
    </dgm:pt>
    <dgm:pt modelId="{2AF75701-CB1B-48CE-AFB4-BA116AC537BC}" type="pres">
      <dgm:prSet presAssocID="{08A4D3A2-CEEB-4E25-83B1-BA2A46CA8CDC}" presName="textRect" presStyleLbl="revTx" presStyleIdx="0" presStyleCnt="8">
        <dgm:presLayoutVars>
          <dgm:chMax val="1"/>
          <dgm:chPref val="1"/>
        </dgm:presLayoutVars>
      </dgm:prSet>
      <dgm:spPr/>
    </dgm:pt>
    <dgm:pt modelId="{E49201F0-13EB-4ED5-A727-98872C32D5F3}" type="pres">
      <dgm:prSet presAssocID="{9C7AE053-0AB0-457B-A930-61DA08D3F62C}" presName="sibTrans" presStyleCnt="0"/>
      <dgm:spPr/>
    </dgm:pt>
    <dgm:pt modelId="{FCACA5C1-0B53-4251-B311-0B34610EBB62}" type="pres">
      <dgm:prSet presAssocID="{17D3A00E-1F7D-4191-9AEE-C43CFFF64414}" presName="compNode" presStyleCnt="0"/>
      <dgm:spPr/>
    </dgm:pt>
    <dgm:pt modelId="{8FF1935C-6D71-4ED8-84A9-7BD0878A2214}" type="pres">
      <dgm:prSet presAssocID="{17D3A00E-1F7D-4191-9AEE-C43CFFF64414}" presName="iconBgRect" presStyleLbl="bgShp" presStyleIdx="1" presStyleCnt="8"/>
      <dgm:spPr/>
    </dgm:pt>
    <dgm:pt modelId="{246B43D7-FE04-4B7B-9B25-378E58D4256B}" type="pres">
      <dgm:prSet presAssocID="{17D3A00E-1F7D-4191-9AEE-C43CFFF64414}" presName="iconRect" presStyleLbl="node1" presStyleIdx="1" presStyleCnt="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rst aid kit"/>
        </a:ext>
      </dgm:extLst>
    </dgm:pt>
    <dgm:pt modelId="{93DCC901-48BA-4914-B7BE-F53B1680F025}" type="pres">
      <dgm:prSet presAssocID="{17D3A00E-1F7D-4191-9AEE-C43CFFF64414}" presName="spaceRect" presStyleCnt="0"/>
      <dgm:spPr/>
    </dgm:pt>
    <dgm:pt modelId="{BE6334F4-C5C9-4D51-AE07-B1421AC65735}" type="pres">
      <dgm:prSet presAssocID="{17D3A00E-1F7D-4191-9AEE-C43CFFF64414}" presName="textRect" presStyleLbl="revTx" presStyleIdx="1" presStyleCnt="8">
        <dgm:presLayoutVars>
          <dgm:chMax val="1"/>
          <dgm:chPref val="1"/>
        </dgm:presLayoutVars>
      </dgm:prSet>
      <dgm:spPr/>
    </dgm:pt>
    <dgm:pt modelId="{CDBBCDC1-A21C-4650-92F9-4AF449B429E8}" type="pres">
      <dgm:prSet presAssocID="{010BCCCA-CB37-419A-B6D2-4F1AC86F8DC9}" presName="sibTrans" presStyleCnt="0"/>
      <dgm:spPr/>
    </dgm:pt>
    <dgm:pt modelId="{9CE36B14-D910-4AA3-8C8F-4F2F304083E6}" type="pres">
      <dgm:prSet presAssocID="{1B33FB5C-F9BA-4278-8A24-45DFD21B3220}" presName="compNode" presStyleCnt="0"/>
      <dgm:spPr/>
    </dgm:pt>
    <dgm:pt modelId="{24E57220-B583-40A5-AA12-472355D13E7B}" type="pres">
      <dgm:prSet presAssocID="{1B33FB5C-F9BA-4278-8A24-45DFD21B3220}" presName="iconBgRect" presStyleLbl="bgShp" presStyleIdx="2" presStyleCnt="8"/>
      <dgm:spPr/>
    </dgm:pt>
    <dgm:pt modelId="{98921DC4-FFE1-45EA-BF88-1499985E9F26}" type="pres">
      <dgm:prSet presAssocID="{1B33FB5C-F9BA-4278-8A24-45DFD21B3220}" presName="iconRect" presStyleLbl="node1" presStyleIdx="2" presStyleCnt="8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Сетевая диаграмма"/>
        </a:ext>
      </dgm:extLst>
    </dgm:pt>
    <dgm:pt modelId="{033E2203-86E9-4A3E-B27D-47838D8B9054}" type="pres">
      <dgm:prSet presAssocID="{1B33FB5C-F9BA-4278-8A24-45DFD21B3220}" presName="spaceRect" presStyleCnt="0"/>
      <dgm:spPr/>
    </dgm:pt>
    <dgm:pt modelId="{AC00C54C-DBE5-4D90-AC5B-F114DBA42609}" type="pres">
      <dgm:prSet presAssocID="{1B33FB5C-F9BA-4278-8A24-45DFD21B3220}" presName="textRect" presStyleLbl="revTx" presStyleIdx="2" presStyleCnt="8">
        <dgm:presLayoutVars>
          <dgm:chMax val="1"/>
          <dgm:chPref val="1"/>
        </dgm:presLayoutVars>
      </dgm:prSet>
      <dgm:spPr/>
    </dgm:pt>
    <dgm:pt modelId="{D30DC95F-D24C-4F6E-8C86-BEFD0AE7CA88}" type="pres">
      <dgm:prSet presAssocID="{60A74963-9A97-419B-9B78-5CD81A79AF8F}" presName="sibTrans" presStyleCnt="0"/>
      <dgm:spPr/>
    </dgm:pt>
    <dgm:pt modelId="{F9B4FD9C-FD44-4F90-B3F8-040757CC0D21}" type="pres">
      <dgm:prSet presAssocID="{E74A7C08-5100-4EC4-8027-817138CD2CB6}" presName="compNode" presStyleCnt="0"/>
      <dgm:spPr/>
    </dgm:pt>
    <dgm:pt modelId="{CCD405E9-3ED2-413F-A566-9EC827E3C325}" type="pres">
      <dgm:prSet presAssocID="{E74A7C08-5100-4EC4-8027-817138CD2CB6}" presName="iconBgRect" presStyleLbl="bgShp" presStyleIdx="3" presStyleCnt="8"/>
      <dgm:spPr/>
    </dgm:pt>
    <dgm:pt modelId="{E30CFDC2-DFB4-4E97-BC46-0D91B2B6FC3E}" type="pres">
      <dgm:prSet presAssocID="{E74A7C08-5100-4EC4-8027-817138CD2CB6}" presName="iconRect" presStyleLbl="node1" presStyleIdx="3" presStyleCnt="8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Измерительный прибор"/>
        </a:ext>
      </dgm:extLst>
    </dgm:pt>
    <dgm:pt modelId="{686C1122-3319-4AAA-8706-53FD10D9CB87}" type="pres">
      <dgm:prSet presAssocID="{E74A7C08-5100-4EC4-8027-817138CD2CB6}" presName="spaceRect" presStyleCnt="0"/>
      <dgm:spPr/>
    </dgm:pt>
    <dgm:pt modelId="{170390FD-292B-4486-A1E5-387EE4F55D8B}" type="pres">
      <dgm:prSet presAssocID="{E74A7C08-5100-4EC4-8027-817138CD2CB6}" presName="textRect" presStyleLbl="revTx" presStyleIdx="3" presStyleCnt="8">
        <dgm:presLayoutVars>
          <dgm:chMax val="1"/>
          <dgm:chPref val="1"/>
        </dgm:presLayoutVars>
      </dgm:prSet>
      <dgm:spPr/>
    </dgm:pt>
    <dgm:pt modelId="{4B7DFA7B-DBCD-4EFE-B3B8-FF03FBB4E741}" type="pres">
      <dgm:prSet presAssocID="{73BC415A-D853-4774-895D-E48AD01AA3DD}" presName="sibTrans" presStyleCnt="0"/>
      <dgm:spPr/>
    </dgm:pt>
    <dgm:pt modelId="{7E8F1CAA-A87B-4637-A611-7717A13AADD2}" type="pres">
      <dgm:prSet presAssocID="{C0A8EEE8-8F8E-4112-A3BC-50FA5AA1F670}" presName="compNode" presStyleCnt="0"/>
      <dgm:spPr/>
    </dgm:pt>
    <dgm:pt modelId="{AE79ABCF-1542-467E-8AF6-B5205E708F71}" type="pres">
      <dgm:prSet presAssocID="{C0A8EEE8-8F8E-4112-A3BC-50FA5AA1F670}" presName="iconBgRect" presStyleLbl="bgShp" presStyleIdx="4" presStyleCnt="8"/>
      <dgm:spPr/>
    </dgm:pt>
    <dgm:pt modelId="{BFB305BD-AB32-4577-908E-9C4B50860269}" type="pres">
      <dgm:prSet presAssocID="{C0A8EEE8-8F8E-4112-A3BC-50FA5AA1F670}" presName="iconRect" presStyleLbl="node1" presStyleIdx="4" presStyleCnt="8"/>
      <dgm:spPr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Весы правосудия"/>
        </a:ext>
      </dgm:extLst>
    </dgm:pt>
    <dgm:pt modelId="{A2F36B4D-B603-481B-A93B-C32B7EBFCE4B}" type="pres">
      <dgm:prSet presAssocID="{C0A8EEE8-8F8E-4112-A3BC-50FA5AA1F670}" presName="spaceRect" presStyleCnt="0"/>
      <dgm:spPr/>
    </dgm:pt>
    <dgm:pt modelId="{C81EFFA4-180B-4527-9E8A-3EA58E3D12FD}" type="pres">
      <dgm:prSet presAssocID="{C0A8EEE8-8F8E-4112-A3BC-50FA5AA1F670}" presName="textRect" presStyleLbl="revTx" presStyleIdx="4" presStyleCnt="8">
        <dgm:presLayoutVars>
          <dgm:chMax val="1"/>
          <dgm:chPref val="1"/>
        </dgm:presLayoutVars>
      </dgm:prSet>
      <dgm:spPr/>
    </dgm:pt>
    <dgm:pt modelId="{1B620EF5-0CA8-4F90-B757-7B4B22DCB11B}" type="pres">
      <dgm:prSet presAssocID="{86A6E295-2490-4408-BAC8-AC98676B8A29}" presName="sibTrans" presStyleCnt="0"/>
      <dgm:spPr/>
    </dgm:pt>
    <dgm:pt modelId="{34C0A135-F6C2-409B-A965-7B8FB83EFFA8}" type="pres">
      <dgm:prSet presAssocID="{41F1F74D-42C8-4EC2-9762-851A441322A8}" presName="compNode" presStyleCnt="0"/>
      <dgm:spPr/>
    </dgm:pt>
    <dgm:pt modelId="{4869666F-1798-4BA7-8853-E6588BF88185}" type="pres">
      <dgm:prSet presAssocID="{41F1F74D-42C8-4EC2-9762-851A441322A8}" presName="iconBgRect" presStyleLbl="bgShp" presStyleIdx="5" presStyleCnt="8"/>
      <dgm:spPr/>
    </dgm:pt>
    <dgm:pt modelId="{ED4AA57E-DA4F-4466-BE64-B5A634D3ED1F}" type="pres">
      <dgm:prSet presAssocID="{41F1F74D-42C8-4EC2-9762-851A441322A8}" presName="iconRect" presStyleLbl="node1" presStyleIdx="5" presStyleCnt="8"/>
      <dgm:spPr>
        <a:blipFill>
          <a:blip xmlns:r="http://schemas.openxmlformats.org/officeDocument/2006/relationships"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Ученый"/>
        </a:ext>
      </dgm:extLst>
    </dgm:pt>
    <dgm:pt modelId="{FF5DF593-5645-4698-8633-7EF218E75DD0}" type="pres">
      <dgm:prSet presAssocID="{41F1F74D-42C8-4EC2-9762-851A441322A8}" presName="spaceRect" presStyleCnt="0"/>
      <dgm:spPr/>
    </dgm:pt>
    <dgm:pt modelId="{DEF0C5BC-FEAC-4E72-B089-7F16048C0AC2}" type="pres">
      <dgm:prSet presAssocID="{41F1F74D-42C8-4EC2-9762-851A441322A8}" presName="textRect" presStyleLbl="revTx" presStyleIdx="5" presStyleCnt="8">
        <dgm:presLayoutVars>
          <dgm:chMax val="1"/>
          <dgm:chPref val="1"/>
        </dgm:presLayoutVars>
      </dgm:prSet>
      <dgm:spPr/>
    </dgm:pt>
    <dgm:pt modelId="{F2977FBA-F1B7-455E-9876-F91D1890625E}" type="pres">
      <dgm:prSet presAssocID="{13558E69-A78A-4438-9A65-71CF8F94D21C}" presName="sibTrans" presStyleCnt="0"/>
      <dgm:spPr/>
    </dgm:pt>
    <dgm:pt modelId="{26E9FFA3-96E5-47F6-B5B1-56BA44C6E35F}" type="pres">
      <dgm:prSet presAssocID="{0DC3ED89-5095-4FA3-83FF-4C591D5CC9E9}" presName="compNode" presStyleCnt="0"/>
      <dgm:spPr/>
    </dgm:pt>
    <dgm:pt modelId="{D1C2E619-F231-477D-BCB9-735E42488639}" type="pres">
      <dgm:prSet presAssocID="{0DC3ED89-5095-4FA3-83FF-4C591D5CC9E9}" presName="iconBgRect" presStyleLbl="bgShp" presStyleIdx="6" presStyleCnt="8"/>
      <dgm:spPr/>
    </dgm:pt>
    <dgm:pt modelId="{E2D4E5B4-B594-458D-B6A9-7745E7FAAA67}" type="pres">
      <dgm:prSet presAssocID="{0DC3ED89-5095-4FA3-83FF-4C591D5CC9E9}" presName="iconRect" presStyleLbl="node1" presStyleIdx="6" presStyleCnt="8"/>
      <dgm:spPr>
        <a:blipFill>
          <a:blip xmlns:r="http://schemas.openxmlformats.org/officeDocument/2006/relationships"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Презентация с линейчатой диаграммой"/>
        </a:ext>
      </dgm:extLst>
    </dgm:pt>
    <dgm:pt modelId="{D272FE57-FD17-4644-928F-AA62A36B8107}" type="pres">
      <dgm:prSet presAssocID="{0DC3ED89-5095-4FA3-83FF-4C591D5CC9E9}" presName="spaceRect" presStyleCnt="0"/>
      <dgm:spPr/>
    </dgm:pt>
    <dgm:pt modelId="{20194CA7-9035-4418-A352-CE48987BC322}" type="pres">
      <dgm:prSet presAssocID="{0DC3ED89-5095-4FA3-83FF-4C591D5CC9E9}" presName="textRect" presStyleLbl="revTx" presStyleIdx="6" presStyleCnt="8">
        <dgm:presLayoutVars>
          <dgm:chMax val="1"/>
          <dgm:chPref val="1"/>
        </dgm:presLayoutVars>
      </dgm:prSet>
      <dgm:spPr/>
    </dgm:pt>
    <dgm:pt modelId="{0B7F0A62-EA2E-432C-8E52-E630ECDD541E}" type="pres">
      <dgm:prSet presAssocID="{B7A9195E-7CEA-486B-BBB0-7D5835214B9A}" presName="sibTrans" presStyleCnt="0"/>
      <dgm:spPr/>
    </dgm:pt>
    <dgm:pt modelId="{3BFDCB7F-65FA-4623-804F-5F697ACF45AF}" type="pres">
      <dgm:prSet presAssocID="{064F4D34-5DA5-4D58-9EBE-6216EF45FE93}" presName="compNode" presStyleCnt="0"/>
      <dgm:spPr/>
    </dgm:pt>
    <dgm:pt modelId="{A17A341E-E857-499E-BE92-8FBBDD94840D}" type="pres">
      <dgm:prSet presAssocID="{064F4D34-5DA5-4D58-9EBE-6216EF45FE93}" presName="iconBgRect" presStyleLbl="bgShp" presStyleIdx="7" presStyleCnt="8"/>
      <dgm:spPr/>
    </dgm:pt>
    <dgm:pt modelId="{8914EBCE-19CD-43AB-87CB-204367985A65}" type="pres">
      <dgm:prSet presAssocID="{064F4D34-5DA5-4D58-9EBE-6216EF45FE93}" presName="iconRect" presStyleLbl="node1" presStyleIdx="7" presStyleCnt="8"/>
      <dgm:spPr>
        <a:blipFill>
          <a:blip xmlns:r="http://schemas.openxmlformats.org/officeDocument/2006/relationships"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Мозговой штурм группы"/>
        </a:ext>
      </dgm:extLst>
    </dgm:pt>
    <dgm:pt modelId="{EC3D2AF6-E90D-4C0E-845E-39D9CF75819A}" type="pres">
      <dgm:prSet presAssocID="{064F4D34-5DA5-4D58-9EBE-6216EF45FE93}" presName="spaceRect" presStyleCnt="0"/>
      <dgm:spPr/>
    </dgm:pt>
    <dgm:pt modelId="{8043D122-123D-40A2-B54D-DB3C2C7971EF}" type="pres">
      <dgm:prSet presAssocID="{064F4D34-5DA5-4D58-9EBE-6216EF45FE93}" presName="textRect" presStyleLbl="revTx" presStyleIdx="7" presStyleCnt="8">
        <dgm:presLayoutVars>
          <dgm:chMax val="1"/>
          <dgm:chPref val="1"/>
        </dgm:presLayoutVars>
      </dgm:prSet>
      <dgm:spPr/>
    </dgm:pt>
  </dgm:ptLst>
  <dgm:cxnLst>
    <dgm:cxn modelId="{6F0B2606-4A67-4D1D-AFA4-BD3298A6CA57}" srcId="{6E0C64AD-A702-42D9-8C27-1A73F4995E3A}" destId="{17D3A00E-1F7D-4191-9AEE-C43CFFF64414}" srcOrd="1" destOrd="0" parTransId="{31069C98-277C-41E3-A9FC-F99C462FB40B}" sibTransId="{010BCCCA-CB37-419A-B6D2-4F1AC86F8DC9}"/>
    <dgm:cxn modelId="{A6FB641B-0AF5-4ECD-BDDE-D85490EE8EF9}" srcId="{6E0C64AD-A702-42D9-8C27-1A73F4995E3A}" destId="{08A4D3A2-CEEB-4E25-83B1-BA2A46CA8CDC}" srcOrd="0" destOrd="0" parTransId="{17ED7668-C7A2-411B-828D-708070FCAAC6}" sibTransId="{9C7AE053-0AB0-457B-A930-61DA08D3F62C}"/>
    <dgm:cxn modelId="{AFF8E642-6BE7-4266-83BC-14E1FC5FC1B0}" srcId="{6E0C64AD-A702-42D9-8C27-1A73F4995E3A}" destId="{41F1F74D-42C8-4EC2-9762-851A441322A8}" srcOrd="5" destOrd="0" parTransId="{41B23375-A3B2-424D-9D48-9E5A7E518477}" sibTransId="{13558E69-A78A-4438-9A65-71CF8F94D21C}"/>
    <dgm:cxn modelId="{0C96E768-56A2-49C9-AB42-736756A58B3B}" srcId="{6E0C64AD-A702-42D9-8C27-1A73F4995E3A}" destId="{C0A8EEE8-8F8E-4112-A3BC-50FA5AA1F670}" srcOrd="4" destOrd="0" parTransId="{E260558E-602F-4156-92DE-6692E3302A05}" sibTransId="{86A6E295-2490-4408-BAC8-AC98676B8A29}"/>
    <dgm:cxn modelId="{5EA56C6B-0A4B-4E49-995A-5C684A2D7318}" type="presOf" srcId="{08A4D3A2-CEEB-4E25-83B1-BA2A46CA8CDC}" destId="{2AF75701-CB1B-48CE-AFB4-BA116AC537BC}" srcOrd="0" destOrd="0" presId="urn:microsoft.com/office/officeart/2018/5/layout/IconCircleLabelList"/>
    <dgm:cxn modelId="{03F0925A-8673-4547-BCA8-3C3595B7DA0E}" srcId="{6E0C64AD-A702-42D9-8C27-1A73F4995E3A}" destId="{0DC3ED89-5095-4FA3-83FF-4C591D5CC9E9}" srcOrd="6" destOrd="0" parTransId="{214FFD7D-61FA-4049-A49F-F77AF901D2D1}" sibTransId="{B7A9195E-7CEA-486B-BBB0-7D5835214B9A}"/>
    <dgm:cxn modelId="{DC57DC7D-2545-4799-B886-E2AD0C1CE4E9}" type="presOf" srcId="{064F4D34-5DA5-4D58-9EBE-6216EF45FE93}" destId="{8043D122-123D-40A2-B54D-DB3C2C7971EF}" srcOrd="0" destOrd="0" presId="urn:microsoft.com/office/officeart/2018/5/layout/IconCircleLabelList"/>
    <dgm:cxn modelId="{AACFB991-CA89-450F-B705-F09D5CE61BC7}" type="presOf" srcId="{0DC3ED89-5095-4FA3-83FF-4C591D5CC9E9}" destId="{20194CA7-9035-4418-A352-CE48987BC322}" srcOrd="0" destOrd="0" presId="urn:microsoft.com/office/officeart/2018/5/layout/IconCircleLabelList"/>
    <dgm:cxn modelId="{2E075DA5-5F53-4C3F-9617-DF98BB7B7B09}" type="presOf" srcId="{1B33FB5C-F9BA-4278-8A24-45DFD21B3220}" destId="{AC00C54C-DBE5-4D90-AC5B-F114DBA42609}" srcOrd="0" destOrd="0" presId="urn:microsoft.com/office/officeart/2018/5/layout/IconCircleLabelList"/>
    <dgm:cxn modelId="{29D1BFB3-8CE0-4915-BBEF-A3F6FE678EA4}" type="presOf" srcId="{C0A8EEE8-8F8E-4112-A3BC-50FA5AA1F670}" destId="{C81EFFA4-180B-4527-9E8A-3EA58E3D12FD}" srcOrd="0" destOrd="0" presId="urn:microsoft.com/office/officeart/2018/5/layout/IconCircleLabelList"/>
    <dgm:cxn modelId="{3324A3B7-1DEF-4A91-9EB1-19F859A35951}" type="presOf" srcId="{6E0C64AD-A702-42D9-8C27-1A73F4995E3A}" destId="{84CC74DF-A3E9-428E-99CB-C4C8FDB85C7B}" srcOrd="0" destOrd="0" presId="urn:microsoft.com/office/officeart/2018/5/layout/IconCircleLabelList"/>
    <dgm:cxn modelId="{E9B8F8C6-9969-409B-8CCA-40F0A7823458}" type="presOf" srcId="{41F1F74D-42C8-4EC2-9762-851A441322A8}" destId="{DEF0C5BC-FEAC-4E72-B089-7F16048C0AC2}" srcOrd="0" destOrd="0" presId="urn:microsoft.com/office/officeart/2018/5/layout/IconCircleLabelList"/>
    <dgm:cxn modelId="{C31334C7-6E0A-4326-97BA-93D6E82FB8E8}" srcId="{6E0C64AD-A702-42D9-8C27-1A73F4995E3A}" destId="{E74A7C08-5100-4EC4-8027-817138CD2CB6}" srcOrd="3" destOrd="0" parTransId="{A92EA1EB-4885-49B1-AD3C-79D13A8BFFA9}" sibTransId="{73BC415A-D853-4774-895D-E48AD01AA3DD}"/>
    <dgm:cxn modelId="{92BEB2E0-945D-4A01-BA22-6818F7C00303}" srcId="{6E0C64AD-A702-42D9-8C27-1A73F4995E3A}" destId="{1B33FB5C-F9BA-4278-8A24-45DFD21B3220}" srcOrd="2" destOrd="0" parTransId="{787EC892-6682-48CB-884E-635396D44445}" sibTransId="{60A74963-9A97-419B-9B78-5CD81A79AF8F}"/>
    <dgm:cxn modelId="{560879E6-A54D-4BF7-AC89-9915774A2C19}" type="presOf" srcId="{E74A7C08-5100-4EC4-8027-817138CD2CB6}" destId="{170390FD-292B-4486-A1E5-387EE4F55D8B}" srcOrd="0" destOrd="0" presId="urn:microsoft.com/office/officeart/2018/5/layout/IconCircleLabelList"/>
    <dgm:cxn modelId="{EDAF9AF1-CC96-493D-B8F7-3B0D38E1020D}" type="presOf" srcId="{17D3A00E-1F7D-4191-9AEE-C43CFFF64414}" destId="{BE6334F4-C5C9-4D51-AE07-B1421AC65735}" srcOrd="0" destOrd="0" presId="urn:microsoft.com/office/officeart/2018/5/layout/IconCircleLabelList"/>
    <dgm:cxn modelId="{B75038FC-5DFD-4AD6-85DD-E825825316B4}" srcId="{6E0C64AD-A702-42D9-8C27-1A73F4995E3A}" destId="{064F4D34-5DA5-4D58-9EBE-6216EF45FE93}" srcOrd="7" destOrd="0" parTransId="{3D8A8962-2337-463E-AD5B-B8197002AB9F}" sibTransId="{14E91632-1602-4CF7-9626-E78CDDAA08C9}"/>
    <dgm:cxn modelId="{87CC4A0D-AF2C-4960-9E60-D5C103E4F128}" type="presParOf" srcId="{84CC74DF-A3E9-428E-99CB-C4C8FDB85C7B}" destId="{10F9D520-2468-4F92-9FB5-0C3C7B80D0C7}" srcOrd="0" destOrd="0" presId="urn:microsoft.com/office/officeart/2018/5/layout/IconCircleLabelList"/>
    <dgm:cxn modelId="{4FE8B040-9E40-48FE-A1EB-AD5A44EB820F}" type="presParOf" srcId="{10F9D520-2468-4F92-9FB5-0C3C7B80D0C7}" destId="{CCA632C9-3557-4881-8320-4CC3B08F97B9}" srcOrd="0" destOrd="0" presId="urn:microsoft.com/office/officeart/2018/5/layout/IconCircleLabelList"/>
    <dgm:cxn modelId="{9446D564-5A28-4E0A-B6FB-DAE158A2C8D0}" type="presParOf" srcId="{10F9D520-2468-4F92-9FB5-0C3C7B80D0C7}" destId="{A42CA7D0-F69E-48C6-9DF0-6E5B3AE4CFFF}" srcOrd="1" destOrd="0" presId="urn:microsoft.com/office/officeart/2018/5/layout/IconCircleLabelList"/>
    <dgm:cxn modelId="{43A717A6-2623-43B3-B2C3-1D11C68CFA1F}" type="presParOf" srcId="{10F9D520-2468-4F92-9FB5-0C3C7B80D0C7}" destId="{EFECFA41-63C0-4C5B-8FA7-1F58B78C4721}" srcOrd="2" destOrd="0" presId="urn:microsoft.com/office/officeart/2018/5/layout/IconCircleLabelList"/>
    <dgm:cxn modelId="{35468840-EC32-432A-9A41-0FA220350DF4}" type="presParOf" srcId="{10F9D520-2468-4F92-9FB5-0C3C7B80D0C7}" destId="{2AF75701-CB1B-48CE-AFB4-BA116AC537BC}" srcOrd="3" destOrd="0" presId="urn:microsoft.com/office/officeart/2018/5/layout/IconCircleLabelList"/>
    <dgm:cxn modelId="{19929F74-A493-45EC-9C6C-E5ADAE260C1E}" type="presParOf" srcId="{84CC74DF-A3E9-428E-99CB-C4C8FDB85C7B}" destId="{E49201F0-13EB-4ED5-A727-98872C32D5F3}" srcOrd="1" destOrd="0" presId="urn:microsoft.com/office/officeart/2018/5/layout/IconCircleLabelList"/>
    <dgm:cxn modelId="{ABDCE141-C31E-4A23-BE00-4240202561EC}" type="presParOf" srcId="{84CC74DF-A3E9-428E-99CB-C4C8FDB85C7B}" destId="{FCACA5C1-0B53-4251-B311-0B34610EBB62}" srcOrd="2" destOrd="0" presId="urn:microsoft.com/office/officeart/2018/5/layout/IconCircleLabelList"/>
    <dgm:cxn modelId="{9DD59746-BF8D-469B-9C86-3494D796F035}" type="presParOf" srcId="{FCACA5C1-0B53-4251-B311-0B34610EBB62}" destId="{8FF1935C-6D71-4ED8-84A9-7BD0878A2214}" srcOrd="0" destOrd="0" presId="urn:microsoft.com/office/officeart/2018/5/layout/IconCircleLabelList"/>
    <dgm:cxn modelId="{324C4915-A0FA-479E-B80E-F3611E791BF3}" type="presParOf" srcId="{FCACA5C1-0B53-4251-B311-0B34610EBB62}" destId="{246B43D7-FE04-4B7B-9B25-378E58D4256B}" srcOrd="1" destOrd="0" presId="urn:microsoft.com/office/officeart/2018/5/layout/IconCircleLabelList"/>
    <dgm:cxn modelId="{0E12A325-9B70-4706-A69A-474286E053FA}" type="presParOf" srcId="{FCACA5C1-0B53-4251-B311-0B34610EBB62}" destId="{93DCC901-48BA-4914-B7BE-F53B1680F025}" srcOrd="2" destOrd="0" presId="urn:microsoft.com/office/officeart/2018/5/layout/IconCircleLabelList"/>
    <dgm:cxn modelId="{943738F2-98AC-4260-BC58-E293A107F112}" type="presParOf" srcId="{FCACA5C1-0B53-4251-B311-0B34610EBB62}" destId="{BE6334F4-C5C9-4D51-AE07-B1421AC65735}" srcOrd="3" destOrd="0" presId="urn:microsoft.com/office/officeart/2018/5/layout/IconCircleLabelList"/>
    <dgm:cxn modelId="{993C64F8-B91F-4640-A079-B326D8580784}" type="presParOf" srcId="{84CC74DF-A3E9-428E-99CB-C4C8FDB85C7B}" destId="{CDBBCDC1-A21C-4650-92F9-4AF449B429E8}" srcOrd="3" destOrd="0" presId="urn:microsoft.com/office/officeart/2018/5/layout/IconCircleLabelList"/>
    <dgm:cxn modelId="{BA1EEE02-11A6-422D-BCBC-46E3147333B1}" type="presParOf" srcId="{84CC74DF-A3E9-428E-99CB-C4C8FDB85C7B}" destId="{9CE36B14-D910-4AA3-8C8F-4F2F304083E6}" srcOrd="4" destOrd="0" presId="urn:microsoft.com/office/officeart/2018/5/layout/IconCircleLabelList"/>
    <dgm:cxn modelId="{C2D90B3A-6526-4F93-8377-12DB36620C5A}" type="presParOf" srcId="{9CE36B14-D910-4AA3-8C8F-4F2F304083E6}" destId="{24E57220-B583-40A5-AA12-472355D13E7B}" srcOrd="0" destOrd="0" presId="urn:microsoft.com/office/officeart/2018/5/layout/IconCircleLabelList"/>
    <dgm:cxn modelId="{604EB832-B055-4AB9-B22F-07CCD97B3FC3}" type="presParOf" srcId="{9CE36B14-D910-4AA3-8C8F-4F2F304083E6}" destId="{98921DC4-FFE1-45EA-BF88-1499985E9F26}" srcOrd="1" destOrd="0" presId="urn:microsoft.com/office/officeart/2018/5/layout/IconCircleLabelList"/>
    <dgm:cxn modelId="{3CFF6985-2FE8-45AD-88F1-03E143863200}" type="presParOf" srcId="{9CE36B14-D910-4AA3-8C8F-4F2F304083E6}" destId="{033E2203-86E9-4A3E-B27D-47838D8B9054}" srcOrd="2" destOrd="0" presId="urn:microsoft.com/office/officeart/2018/5/layout/IconCircleLabelList"/>
    <dgm:cxn modelId="{CC0FB51F-A5B5-4ED9-B842-862EBF42C5AD}" type="presParOf" srcId="{9CE36B14-D910-4AA3-8C8F-4F2F304083E6}" destId="{AC00C54C-DBE5-4D90-AC5B-F114DBA42609}" srcOrd="3" destOrd="0" presId="urn:microsoft.com/office/officeart/2018/5/layout/IconCircleLabelList"/>
    <dgm:cxn modelId="{80BA7F1E-8640-4E08-91C6-11998DAD2138}" type="presParOf" srcId="{84CC74DF-A3E9-428E-99CB-C4C8FDB85C7B}" destId="{D30DC95F-D24C-4F6E-8C86-BEFD0AE7CA88}" srcOrd="5" destOrd="0" presId="urn:microsoft.com/office/officeart/2018/5/layout/IconCircleLabelList"/>
    <dgm:cxn modelId="{A942F5CE-15B5-40EF-B7A7-D5BFE9896545}" type="presParOf" srcId="{84CC74DF-A3E9-428E-99CB-C4C8FDB85C7B}" destId="{F9B4FD9C-FD44-4F90-B3F8-040757CC0D21}" srcOrd="6" destOrd="0" presId="urn:microsoft.com/office/officeart/2018/5/layout/IconCircleLabelList"/>
    <dgm:cxn modelId="{E5353ADB-2D05-45A0-8394-6286FF89AE0B}" type="presParOf" srcId="{F9B4FD9C-FD44-4F90-B3F8-040757CC0D21}" destId="{CCD405E9-3ED2-413F-A566-9EC827E3C325}" srcOrd="0" destOrd="0" presId="urn:microsoft.com/office/officeart/2018/5/layout/IconCircleLabelList"/>
    <dgm:cxn modelId="{A88DB631-F2EB-4465-B4EA-CC634C1CD41E}" type="presParOf" srcId="{F9B4FD9C-FD44-4F90-B3F8-040757CC0D21}" destId="{E30CFDC2-DFB4-4E97-BC46-0D91B2B6FC3E}" srcOrd="1" destOrd="0" presId="urn:microsoft.com/office/officeart/2018/5/layout/IconCircleLabelList"/>
    <dgm:cxn modelId="{A92E36D2-1046-4868-B09F-D61EA637D577}" type="presParOf" srcId="{F9B4FD9C-FD44-4F90-B3F8-040757CC0D21}" destId="{686C1122-3319-4AAA-8706-53FD10D9CB87}" srcOrd="2" destOrd="0" presId="urn:microsoft.com/office/officeart/2018/5/layout/IconCircleLabelList"/>
    <dgm:cxn modelId="{67FB9B1E-D1C4-4E0A-BF4F-5644D3D4BC22}" type="presParOf" srcId="{F9B4FD9C-FD44-4F90-B3F8-040757CC0D21}" destId="{170390FD-292B-4486-A1E5-387EE4F55D8B}" srcOrd="3" destOrd="0" presId="urn:microsoft.com/office/officeart/2018/5/layout/IconCircleLabelList"/>
    <dgm:cxn modelId="{B4F7EEBE-3083-47A1-9181-C3A7603ED7BA}" type="presParOf" srcId="{84CC74DF-A3E9-428E-99CB-C4C8FDB85C7B}" destId="{4B7DFA7B-DBCD-4EFE-B3B8-FF03FBB4E741}" srcOrd="7" destOrd="0" presId="urn:microsoft.com/office/officeart/2018/5/layout/IconCircleLabelList"/>
    <dgm:cxn modelId="{8109D968-FDAF-4579-A32C-EE60A0BF92FF}" type="presParOf" srcId="{84CC74DF-A3E9-428E-99CB-C4C8FDB85C7B}" destId="{7E8F1CAA-A87B-4637-A611-7717A13AADD2}" srcOrd="8" destOrd="0" presId="urn:microsoft.com/office/officeart/2018/5/layout/IconCircleLabelList"/>
    <dgm:cxn modelId="{394BC0DF-E805-4DD4-A0B4-35E258583E7A}" type="presParOf" srcId="{7E8F1CAA-A87B-4637-A611-7717A13AADD2}" destId="{AE79ABCF-1542-467E-8AF6-B5205E708F71}" srcOrd="0" destOrd="0" presId="urn:microsoft.com/office/officeart/2018/5/layout/IconCircleLabelList"/>
    <dgm:cxn modelId="{B071A205-9F40-4EB8-8FFF-9D59F9A551AA}" type="presParOf" srcId="{7E8F1CAA-A87B-4637-A611-7717A13AADD2}" destId="{BFB305BD-AB32-4577-908E-9C4B50860269}" srcOrd="1" destOrd="0" presId="urn:microsoft.com/office/officeart/2018/5/layout/IconCircleLabelList"/>
    <dgm:cxn modelId="{FB054B5E-4803-4226-B77E-3E2641975243}" type="presParOf" srcId="{7E8F1CAA-A87B-4637-A611-7717A13AADD2}" destId="{A2F36B4D-B603-481B-A93B-C32B7EBFCE4B}" srcOrd="2" destOrd="0" presId="urn:microsoft.com/office/officeart/2018/5/layout/IconCircleLabelList"/>
    <dgm:cxn modelId="{64AABEB6-F72B-4018-8956-1B18BA5CA18B}" type="presParOf" srcId="{7E8F1CAA-A87B-4637-A611-7717A13AADD2}" destId="{C81EFFA4-180B-4527-9E8A-3EA58E3D12FD}" srcOrd="3" destOrd="0" presId="urn:microsoft.com/office/officeart/2018/5/layout/IconCircleLabelList"/>
    <dgm:cxn modelId="{02F5BDF9-184C-4AFA-B384-CFA7AFF9EF4C}" type="presParOf" srcId="{84CC74DF-A3E9-428E-99CB-C4C8FDB85C7B}" destId="{1B620EF5-0CA8-4F90-B757-7B4B22DCB11B}" srcOrd="9" destOrd="0" presId="urn:microsoft.com/office/officeart/2018/5/layout/IconCircleLabelList"/>
    <dgm:cxn modelId="{8831FC3A-8282-49A2-A4C0-F20A48D972F1}" type="presParOf" srcId="{84CC74DF-A3E9-428E-99CB-C4C8FDB85C7B}" destId="{34C0A135-F6C2-409B-A965-7B8FB83EFFA8}" srcOrd="10" destOrd="0" presId="urn:microsoft.com/office/officeart/2018/5/layout/IconCircleLabelList"/>
    <dgm:cxn modelId="{4E11BC92-F5FF-4A0F-B659-AD9A20402953}" type="presParOf" srcId="{34C0A135-F6C2-409B-A965-7B8FB83EFFA8}" destId="{4869666F-1798-4BA7-8853-E6588BF88185}" srcOrd="0" destOrd="0" presId="urn:microsoft.com/office/officeart/2018/5/layout/IconCircleLabelList"/>
    <dgm:cxn modelId="{6A6EEFBA-3C77-416E-9969-F05D7BDB0A6D}" type="presParOf" srcId="{34C0A135-F6C2-409B-A965-7B8FB83EFFA8}" destId="{ED4AA57E-DA4F-4466-BE64-B5A634D3ED1F}" srcOrd="1" destOrd="0" presId="urn:microsoft.com/office/officeart/2018/5/layout/IconCircleLabelList"/>
    <dgm:cxn modelId="{0BD2EC9B-5B26-4DB2-9739-D8FB415B13C5}" type="presParOf" srcId="{34C0A135-F6C2-409B-A965-7B8FB83EFFA8}" destId="{FF5DF593-5645-4698-8633-7EF218E75DD0}" srcOrd="2" destOrd="0" presId="urn:microsoft.com/office/officeart/2018/5/layout/IconCircleLabelList"/>
    <dgm:cxn modelId="{830DDABE-5889-4C01-B362-3E7239421059}" type="presParOf" srcId="{34C0A135-F6C2-409B-A965-7B8FB83EFFA8}" destId="{DEF0C5BC-FEAC-4E72-B089-7F16048C0AC2}" srcOrd="3" destOrd="0" presId="urn:microsoft.com/office/officeart/2018/5/layout/IconCircleLabelList"/>
    <dgm:cxn modelId="{A8FAC182-22D6-4348-9D02-5BC8A65B2F9A}" type="presParOf" srcId="{84CC74DF-A3E9-428E-99CB-C4C8FDB85C7B}" destId="{F2977FBA-F1B7-455E-9876-F91D1890625E}" srcOrd="11" destOrd="0" presId="urn:microsoft.com/office/officeart/2018/5/layout/IconCircleLabelList"/>
    <dgm:cxn modelId="{549F88A9-0EFB-4742-A32B-175E549980D3}" type="presParOf" srcId="{84CC74DF-A3E9-428E-99CB-C4C8FDB85C7B}" destId="{26E9FFA3-96E5-47F6-B5B1-56BA44C6E35F}" srcOrd="12" destOrd="0" presId="urn:microsoft.com/office/officeart/2018/5/layout/IconCircleLabelList"/>
    <dgm:cxn modelId="{BD14F5B0-2A57-4CFD-9D30-312C9B2AA4AA}" type="presParOf" srcId="{26E9FFA3-96E5-47F6-B5B1-56BA44C6E35F}" destId="{D1C2E619-F231-477D-BCB9-735E42488639}" srcOrd="0" destOrd="0" presId="urn:microsoft.com/office/officeart/2018/5/layout/IconCircleLabelList"/>
    <dgm:cxn modelId="{2BD35162-D390-4A10-84CF-87FEECB85B20}" type="presParOf" srcId="{26E9FFA3-96E5-47F6-B5B1-56BA44C6E35F}" destId="{E2D4E5B4-B594-458D-B6A9-7745E7FAAA67}" srcOrd="1" destOrd="0" presId="urn:microsoft.com/office/officeart/2018/5/layout/IconCircleLabelList"/>
    <dgm:cxn modelId="{FB8F0514-B566-48E3-B22F-245F7C203C4C}" type="presParOf" srcId="{26E9FFA3-96E5-47F6-B5B1-56BA44C6E35F}" destId="{D272FE57-FD17-4644-928F-AA62A36B8107}" srcOrd="2" destOrd="0" presId="urn:microsoft.com/office/officeart/2018/5/layout/IconCircleLabelList"/>
    <dgm:cxn modelId="{8F6A669C-2F24-4A56-BC0B-847AD06C3A56}" type="presParOf" srcId="{26E9FFA3-96E5-47F6-B5B1-56BA44C6E35F}" destId="{20194CA7-9035-4418-A352-CE48987BC322}" srcOrd="3" destOrd="0" presId="urn:microsoft.com/office/officeart/2018/5/layout/IconCircleLabelList"/>
    <dgm:cxn modelId="{48F73D69-8BA8-412C-A4FE-84620412AC3D}" type="presParOf" srcId="{84CC74DF-A3E9-428E-99CB-C4C8FDB85C7B}" destId="{0B7F0A62-EA2E-432C-8E52-E630ECDD541E}" srcOrd="13" destOrd="0" presId="urn:microsoft.com/office/officeart/2018/5/layout/IconCircleLabelList"/>
    <dgm:cxn modelId="{27BBA219-CC14-44D2-92C9-0830FE36EEB4}" type="presParOf" srcId="{84CC74DF-A3E9-428E-99CB-C4C8FDB85C7B}" destId="{3BFDCB7F-65FA-4623-804F-5F697ACF45AF}" srcOrd="14" destOrd="0" presId="urn:microsoft.com/office/officeart/2018/5/layout/IconCircleLabelList"/>
    <dgm:cxn modelId="{1C7DDBC9-449F-4723-8D25-9C28BD8CDEF0}" type="presParOf" srcId="{3BFDCB7F-65FA-4623-804F-5F697ACF45AF}" destId="{A17A341E-E857-499E-BE92-8FBBDD94840D}" srcOrd="0" destOrd="0" presId="urn:microsoft.com/office/officeart/2018/5/layout/IconCircleLabelList"/>
    <dgm:cxn modelId="{2C396F5A-91F5-4723-AF39-4C788C6DEC37}" type="presParOf" srcId="{3BFDCB7F-65FA-4623-804F-5F697ACF45AF}" destId="{8914EBCE-19CD-43AB-87CB-204367985A65}" srcOrd="1" destOrd="0" presId="urn:microsoft.com/office/officeart/2018/5/layout/IconCircleLabelList"/>
    <dgm:cxn modelId="{F8401F42-A062-4A13-9A21-4F125C40F490}" type="presParOf" srcId="{3BFDCB7F-65FA-4623-804F-5F697ACF45AF}" destId="{EC3D2AF6-E90D-4C0E-845E-39D9CF75819A}" srcOrd="2" destOrd="0" presId="urn:microsoft.com/office/officeart/2018/5/layout/IconCircleLabelList"/>
    <dgm:cxn modelId="{DF2E5A22-A470-4F6B-A461-C9679B749E69}" type="presParOf" srcId="{3BFDCB7F-65FA-4623-804F-5F697ACF45AF}" destId="{8043D122-123D-40A2-B54D-DB3C2C7971EF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4C6E775-7301-45EB-979C-DFC69CF59537}" type="doc">
      <dgm:prSet loTypeId="urn:microsoft.com/office/officeart/2008/layout/CaptionedPictures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51F03C9D-A67D-402F-97AD-09111EC83FFD}">
      <dgm:prSet/>
      <dgm:spPr/>
      <dgm:t>
        <a:bodyPr/>
        <a:lstStyle/>
        <a:p>
          <a:r>
            <a:rPr lang="ru-RU" dirty="0"/>
            <a:t>Запросы</a:t>
          </a:r>
          <a:r>
            <a:rPr lang="en-US" dirty="0"/>
            <a:t>: 135 </a:t>
          </a:r>
          <a:r>
            <a:rPr lang="ru-RU" dirty="0"/>
            <a:t>из сферы ЖКХ</a:t>
          </a:r>
        </a:p>
      </dgm:t>
    </dgm:pt>
    <dgm:pt modelId="{48573AB6-5896-46CA-BAAA-4C03EF066896}" type="parTrans" cxnId="{9EF6B366-1282-4998-968E-8C4C8298304D}">
      <dgm:prSet/>
      <dgm:spPr/>
      <dgm:t>
        <a:bodyPr/>
        <a:lstStyle/>
        <a:p>
          <a:endParaRPr lang="ru-RU"/>
        </a:p>
      </dgm:t>
    </dgm:pt>
    <dgm:pt modelId="{3F397132-DAE4-4117-8D5F-92F239C62DB5}" type="sibTrans" cxnId="{9EF6B366-1282-4998-968E-8C4C8298304D}">
      <dgm:prSet/>
      <dgm:spPr/>
      <dgm:t>
        <a:bodyPr/>
        <a:lstStyle/>
        <a:p>
          <a:endParaRPr lang="ru-RU"/>
        </a:p>
      </dgm:t>
    </dgm:pt>
    <dgm:pt modelId="{A2CD573E-3AEA-487C-BC99-AB269182BD3D}">
      <dgm:prSet/>
      <dgm:spPr/>
      <dgm:t>
        <a:bodyPr/>
        <a:lstStyle/>
        <a:p>
          <a:r>
            <a:rPr lang="ru-RU"/>
            <a:t>Запуск в пакетном режиме</a:t>
          </a:r>
        </a:p>
      </dgm:t>
    </dgm:pt>
    <dgm:pt modelId="{0AB39550-7B5D-473C-AFF5-393DDEF40DF5}" type="parTrans" cxnId="{0925C274-940A-4B43-A772-759288271316}">
      <dgm:prSet/>
      <dgm:spPr/>
      <dgm:t>
        <a:bodyPr/>
        <a:lstStyle/>
        <a:p>
          <a:endParaRPr lang="ru-RU"/>
        </a:p>
      </dgm:t>
    </dgm:pt>
    <dgm:pt modelId="{59D40F57-102E-4582-891E-B8C9A862494C}" type="sibTrans" cxnId="{0925C274-940A-4B43-A772-759288271316}">
      <dgm:prSet/>
      <dgm:spPr/>
      <dgm:t>
        <a:bodyPr/>
        <a:lstStyle/>
        <a:p>
          <a:endParaRPr lang="ru-RU"/>
        </a:p>
      </dgm:t>
    </dgm:pt>
    <dgm:pt modelId="{10C25604-A135-4E0A-AEAB-DE1EED9D938E}">
      <dgm:prSet/>
      <dgm:spPr/>
      <dgm:t>
        <a:bodyPr/>
        <a:lstStyle/>
        <a:p>
          <a:r>
            <a:rPr lang="ru-RU"/>
            <a:t>Формирование отчета по тестированию</a:t>
          </a:r>
        </a:p>
      </dgm:t>
    </dgm:pt>
    <dgm:pt modelId="{4C6FB430-BF0B-44CC-BE1B-60CC1289CDCE}" type="parTrans" cxnId="{236CFE8C-4AFA-4601-9AEC-B990B50F415A}">
      <dgm:prSet/>
      <dgm:spPr/>
      <dgm:t>
        <a:bodyPr/>
        <a:lstStyle/>
        <a:p>
          <a:endParaRPr lang="ru-RU"/>
        </a:p>
      </dgm:t>
    </dgm:pt>
    <dgm:pt modelId="{599F8136-B71D-4C4E-BD83-754485CBAD17}" type="sibTrans" cxnId="{236CFE8C-4AFA-4601-9AEC-B990B50F415A}">
      <dgm:prSet/>
      <dgm:spPr/>
      <dgm:t>
        <a:bodyPr/>
        <a:lstStyle/>
        <a:p>
          <a:endParaRPr lang="ru-RU"/>
        </a:p>
      </dgm:t>
    </dgm:pt>
    <dgm:pt modelId="{C320D24C-176F-4CFB-987B-87DC4990FD0C}">
      <dgm:prSet/>
      <dgm:spPr/>
      <dgm:t>
        <a:bodyPr/>
        <a:lstStyle/>
        <a:p>
          <a:r>
            <a:rPr lang="ru-RU"/>
            <a:t>Экспертная оценка</a:t>
          </a:r>
        </a:p>
      </dgm:t>
    </dgm:pt>
    <dgm:pt modelId="{A980FAEC-FD15-4C5F-B318-466ABA0F95D2}" type="parTrans" cxnId="{3250E859-C356-4E0A-9B10-DC953AEB6F05}">
      <dgm:prSet/>
      <dgm:spPr/>
      <dgm:t>
        <a:bodyPr/>
        <a:lstStyle/>
        <a:p>
          <a:endParaRPr lang="ru-RU"/>
        </a:p>
      </dgm:t>
    </dgm:pt>
    <dgm:pt modelId="{597A32D1-8CDF-4337-ABDD-106E25973451}" type="sibTrans" cxnId="{3250E859-C356-4E0A-9B10-DC953AEB6F05}">
      <dgm:prSet/>
      <dgm:spPr/>
      <dgm:t>
        <a:bodyPr/>
        <a:lstStyle/>
        <a:p>
          <a:endParaRPr lang="ru-RU"/>
        </a:p>
      </dgm:t>
    </dgm:pt>
    <dgm:pt modelId="{D93F7547-FD8B-4B8F-8267-A0A1AD7A192A}">
      <dgm:prSet/>
      <dgm:spPr/>
      <dgm:t>
        <a:bodyPr/>
        <a:lstStyle/>
        <a:p>
          <a:r>
            <a:rPr lang="ru-RU"/>
            <a:t>Преобразование к метрикам</a:t>
          </a:r>
        </a:p>
      </dgm:t>
    </dgm:pt>
    <dgm:pt modelId="{9978C127-475C-4171-8699-BA16CA961BB7}" type="parTrans" cxnId="{4AF16453-5F20-4348-A7FE-EFA6A5BBD0A8}">
      <dgm:prSet/>
      <dgm:spPr/>
      <dgm:t>
        <a:bodyPr/>
        <a:lstStyle/>
        <a:p>
          <a:endParaRPr lang="ru-RU"/>
        </a:p>
      </dgm:t>
    </dgm:pt>
    <dgm:pt modelId="{F946813D-75F5-4134-A6A5-19C584349BDD}" type="sibTrans" cxnId="{4AF16453-5F20-4348-A7FE-EFA6A5BBD0A8}">
      <dgm:prSet/>
      <dgm:spPr/>
      <dgm:t>
        <a:bodyPr/>
        <a:lstStyle/>
        <a:p>
          <a:endParaRPr lang="ru-RU"/>
        </a:p>
      </dgm:t>
    </dgm:pt>
    <dgm:pt modelId="{C3B7C1DE-8090-4F67-ABC1-9B5176136A77}">
      <dgm:prSet/>
      <dgm:spPr/>
      <dgm:t>
        <a:bodyPr/>
        <a:lstStyle/>
        <a:p>
          <a:r>
            <a:rPr lang="ru-RU"/>
            <a:t>Вычисление интегральной оценки</a:t>
          </a:r>
        </a:p>
      </dgm:t>
    </dgm:pt>
    <dgm:pt modelId="{0ACE0B7E-78FD-4A34-BBF4-6B26422CA4B8}" type="parTrans" cxnId="{1358FB23-724F-4F1B-8F63-0C8F2F46E3D6}">
      <dgm:prSet/>
      <dgm:spPr/>
      <dgm:t>
        <a:bodyPr/>
        <a:lstStyle/>
        <a:p>
          <a:endParaRPr lang="ru-RU"/>
        </a:p>
      </dgm:t>
    </dgm:pt>
    <dgm:pt modelId="{C49399AA-CDA7-4504-91B8-2B2F5B89B225}" type="sibTrans" cxnId="{1358FB23-724F-4F1B-8F63-0C8F2F46E3D6}">
      <dgm:prSet/>
      <dgm:spPr/>
      <dgm:t>
        <a:bodyPr/>
        <a:lstStyle/>
        <a:p>
          <a:endParaRPr lang="ru-RU"/>
        </a:p>
      </dgm:t>
    </dgm:pt>
    <dgm:pt modelId="{8D133749-78F2-4385-8E12-D872107363B5}" type="pres">
      <dgm:prSet presAssocID="{64C6E775-7301-45EB-979C-DFC69CF59537}" presName="Name0" presStyleCnt="0">
        <dgm:presLayoutVars>
          <dgm:chMax/>
          <dgm:chPref/>
          <dgm:dir/>
        </dgm:presLayoutVars>
      </dgm:prSet>
      <dgm:spPr/>
    </dgm:pt>
    <dgm:pt modelId="{4C528258-C3A5-48F4-A85A-0C5DBE8DD559}" type="pres">
      <dgm:prSet presAssocID="{51F03C9D-A67D-402F-97AD-09111EC83FFD}" presName="composite" presStyleCnt="0">
        <dgm:presLayoutVars>
          <dgm:chMax val="1"/>
          <dgm:chPref val="1"/>
        </dgm:presLayoutVars>
      </dgm:prSet>
      <dgm:spPr/>
    </dgm:pt>
    <dgm:pt modelId="{F492C638-7ED7-494C-B488-BBE109C87E5D}" type="pres">
      <dgm:prSet presAssocID="{51F03C9D-A67D-402F-97AD-09111EC83FFD}" presName="Accent" presStyleLbl="trAlignAcc1" presStyleIdx="0" presStyleCnt="6">
        <dgm:presLayoutVars>
          <dgm:chMax val="0"/>
          <dgm:chPref val="0"/>
        </dgm:presLayoutVars>
      </dgm:prSet>
      <dgm:spPr/>
    </dgm:pt>
    <dgm:pt modelId="{03FE485B-E78B-4946-A5C3-BB132B99CC19}" type="pres">
      <dgm:prSet presAssocID="{51F03C9D-A67D-402F-97AD-09111EC83FFD}" presName="Image" presStyleLbl="alignImgPlace1" presStyleIdx="0" presStyleCnt="6">
        <dgm:presLayoutVars>
          <dgm:chMax val="0"/>
          <dgm:chPref val="0"/>
        </dgm:presLayoutVars>
      </dgm:prSet>
      <dgm:spPr>
        <a:blipFill rotWithShape="1">
          <a:blip xmlns:r="http://schemas.openxmlformats.org/officeDocument/2006/relationships" r:embed="rId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-9000" r="-9000"/>
          </a:stretch>
        </a:blipFill>
      </dgm:spPr>
    </dgm:pt>
    <dgm:pt modelId="{B4D3F519-2AF2-4B87-8419-737D348D22E6}" type="pres">
      <dgm:prSet presAssocID="{51F03C9D-A67D-402F-97AD-09111EC83FFD}" presName="ChildComposite" presStyleCnt="0"/>
      <dgm:spPr/>
    </dgm:pt>
    <dgm:pt modelId="{C2098A60-9E26-475E-82FC-19BEA2A08CFF}" type="pres">
      <dgm:prSet presAssocID="{51F03C9D-A67D-402F-97AD-09111EC83FFD}" presName="Child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41854C0A-C8FB-4A64-9954-5A6F2B78243A}" type="pres">
      <dgm:prSet presAssocID="{51F03C9D-A67D-402F-97AD-09111EC83FFD}" presName="Parent" presStyleLbl="revTx" presStyleIdx="0" presStyleCnt="6">
        <dgm:presLayoutVars>
          <dgm:chMax val="1"/>
          <dgm:chPref val="0"/>
          <dgm:bulletEnabled val="1"/>
        </dgm:presLayoutVars>
      </dgm:prSet>
      <dgm:spPr/>
    </dgm:pt>
    <dgm:pt modelId="{26319116-A359-4A16-AFDF-E82E8E11156E}" type="pres">
      <dgm:prSet presAssocID="{3F397132-DAE4-4117-8D5F-92F239C62DB5}" presName="sibTrans" presStyleCnt="0"/>
      <dgm:spPr/>
    </dgm:pt>
    <dgm:pt modelId="{31EEFD0C-45E4-4198-88B4-FDA70D59F00E}" type="pres">
      <dgm:prSet presAssocID="{A2CD573E-3AEA-487C-BC99-AB269182BD3D}" presName="composite" presStyleCnt="0">
        <dgm:presLayoutVars>
          <dgm:chMax val="1"/>
          <dgm:chPref val="1"/>
        </dgm:presLayoutVars>
      </dgm:prSet>
      <dgm:spPr/>
    </dgm:pt>
    <dgm:pt modelId="{AA138566-D569-414C-8322-8C788E6F1166}" type="pres">
      <dgm:prSet presAssocID="{A2CD573E-3AEA-487C-BC99-AB269182BD3D}" presName="Accent" presStyleLbl="trAlignAcc1" presStyleIdx="1" presStyleCnt="6">
        <dgm:presLayoutVars>
          <dgm:chMax val="0"/>
          <dgm:chPref val="0"/>
        </dgm:presLayoutVars>
      </dgm:prSet>
      <dgm:spPr/>
    </dgm:pt>
    <dgm:pt modelId="{3D7E8817-E56A-405A-A4E6-83F90CE5A026}" type="pres">
      <dgm:prSet presAssocID="{A2CD573E-3AEA-487C-BC99-AB269182BD3D}" presName="Image" presStyleLbl="alignImgPlace1" presStyleIdx="1" presStyleCnt="6">
        <dgm:presLayoutVars>
          <dgm:chMax val="0"/>
          <dgm:chPref val="0"/>
        </dgm:presLayoutVars>
      </dgm:prSet>
      <dgm:spPr>
        <a:blipFill rotWithShape="1">
          <a:blip xmlns:r="http://schemas.openxmlformats.org/officeDocument/2006/relationships"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-7000" r="-7000"/>
          </a:stretch>
        </a:blipFill>
      </dgm:spPr>
    </dgm:pt>
    <dgm:pt modelId="{E5DCBCA2-2125-478E-8931-60FA252262AC}" type="pres">
      <dgm:prSet presAssocID="{A2CD573E-3AEA-487C-BC99-AB269182BD3D}" presName="ChildComposite" presStyleCnt="0"/>
      <dgm:spPr/>
    </dgm:pt>
    <dgm:pt modelId="{45E4C367-304F-4017-B316-98311BEEE28B}" type="pres">
      <dgm:prSet presAssocID="{A2CD573E-3AEA-487C-BC99-AB269182BD3D}" presName="Child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FFF7178D-E8AC-450C-A4AC-DE45723B189D}" type="pres">
      <dgm:prSet presAssocID="{A2CD573E-3AEA-487C-BC99-AB269182BD3D}" presName="Parent" presStyleLbl="revTx" presStyleIdx="1" presStyleCnt="6">
        <dgm:presLayoutVars>
          <dgm:chMax val="1"/>
          <dgm:chPref val="0"/>
          <dgm:bulletEnabled val="1"/>
        </dgm:presLayoutVars>
      </dgm:prSet>
      <dgm:spPr/>
    </dgm:pt>
    <dgm:pt modelId="{D445F0A0-714F-4F75-B533-012D16B82298}" type="pres">
      <dgm:prSet presAssocID="{59D40F57-102E-4582-891E-B8C9A862494C}" presName="sibTrans" presStyleCnt="0"/>
      <dgm:spPr/>
    </dgm:pt>
    <dgm:pt modelId="{E3636523-D51E-47B0-B277-DECAAB5DE06F}" type="pres">
      <dgm:prSet presAssocID="{10C25604-A135-4E0A-AEAB-DE1EED9D938E}" presName="composite" presStyleCnt="0">
        <dgm:presLayoutVars>
          <dgm:chMax val="1"/>
          <dgm:chPref val="1"/>
        </dgm:presLayoutVars>
      </dgm:prSet>
      <dgm:spPr/>
    </dgm:pt>
    <dgm:pt modelId="{3700903F-65C3-462E-8884-59B04DFEA0FC}" type="pres">
      <dgm:prSet presAssocID="{10C25604-A135-4E0A-AEAB-DE1EED9D938E}" presName="Accent" presStyleLbl="trAlignAcc1" presStyleIdx="2" presStyleCnt="6">
        <dgm:presLayoutVars>
          <dgm:chMax val="0"/>
          <dgm:chPref val="0"/>
        </dgm:presLayoutVars>
      </dgm:prSet>
      <dgm:spPr/>
    </dgm:pt>
    <dgm:pt modelId="{602D44B2-F419-4139-819A-5F1EE825908C}" type="pres">
      <dgm:prSet presAssocID="{10C25604-A135-4E0A-AEAB-DE1EED9D938E}" presName="Image" presStyleLbl="alignImgPlace1" presStyleIdx="2" presStyleCnt="6">
        <dgm:presLayoutVars>
          <dgm:chMax val="0"/>
          <dgm:chPref val="0"/>
        </dgm:presLayoutVars>
      </dgm:prSet>
      <dgm:spPr>
        <a:blipFill dpi="0" rotWithShape="1">
          <a:blip xmlns:r="http://schemas.openxmlformats.org/officeDocument/2006/relationships"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21" t="-508" r="-14021" b="508"/>
          </a:stretch>
        </a:blipFill>
      </dgm:spPr>
    </dgm:pt>
    <dgm:pt modelId="{DBEA8FA2-70C2-4EBB-B067-C2D0AEF7D69F}" type="pres">
      <dgm:prSet presAssocID="{10C25604-A135-4E0A-AEAB-DE1EED9D938E}" presName="ChildComposite" presStyleCnt="0"/>
      <dgm:spPr/>
    </dgm:pt>
    <dgm:pt modelId="{31AE94BE-A71D-4A80-8887-BD5D2850470B}" type="pres">
      <dgm:prSet presAssocID="{10C25604-A135-4E0A-AEAB-DE1EED9D938E}" presName="Child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4164FAAC-E75C-42C7-96E4-89715501AD23}" type="pres">
      <dgm:prSet presAssocID="{10C25604-A135-4E0A-AEAB-DE1EED9D938E}" presName="Parent" presStyleLbl="revTx" presStyleIdx="2" presStyleCnt="6">
        <dgm:presLayoutVars>
          <dgm:chMax val="1"/>
          <dgm:chPref val="0"/>
          <dgm:bulletEnabled val="1"/>
        </dgm:presLayoutVars>
      </dgm:prSet>
      <dgm:spPr/>
    </dgm:pt>
    <dgm:pt modelId="{035E68B2-B784-41C0-A5B8-E98E7FCAC1DD}" type="pres">
      <dgm:prSet presAssocID="{599F8136-B71D-4C4E-BD83-754485CBAD17}" presName="sibTrans" presStyleCnt="0"/>
      <dgm:spPr/>
    </dgm:pt>
    <dgm:pt modelId="{8AAE2D27-8997-4B0B-8430-2985CB6C0E25}" type="pres">
      <dgm:prSet presAssocID="{C320D24C-176F-4CFB-987B-87DC4990FD0C}" presName="composite" presStyleCnt="0">
        <dgm:presLayoutVars>
          <dgm:chMax val="1"/>
          <dgm:chPref val="1"/>
        </dgm:presLayoutVars>
      </dgm:prSet>
      <dgm:spPr/>
    </dgm:pt>
    <dgm:pt modelId="{F3824D60-D49A-4E0D-9DD0-B139F769091F}" type="pres">
      <dgm:prSet presAssocID="{C320D24C-176F-4CFB-987B-87DC4990FD0C}" presName="Accent" presStyleLbl="trAlignAcc1" presStyleIdx="3" presStyleCnt="6">
        <dgm:presLayoutVars>
          <dgm:chMax val="0"/>
          <dgm:chPref val="0"/>
        </dgm:presLayoutVars>
      </dgm:prSet>
      <dgm:spPr/>
    </dgm:pt>
    <dgm:pt modelId="{0D46EAEC-B401-4CA2-863A-1FB3311DDDB1}" type="pres">
      <dgm:prSet presAssocID="{C320D24C-176F-4CFB-987B-87DC4990FD0C}" presName="Image" presStyleLbl="alignImgPlace1" presStyleIdx="3" presStyleCnt="6">
        <dgm:presLayoutVars>
          <dgm:chMax val="0"/>
          <dgm:chPref val="0"/>
        </dgm:presLayoutVars>
      </dgm:prSet>
      <dgm:spPr>
        <a:blipFill rotWithShape="1">
          <a:blip xmlns:r="http://schemas.openxmlformats.org/officeDocument/2006/relationships"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-12000" r="-12000"/>
          </a:stretch>
        </a:blipFill>
      </dgm:spPr>
    </dgm:pt>
    <dgm:pt modelId="{CAED7B44-3197-45C0-97D0-E9F9981FD7C4}" type="pres">
      <dgm:prSet presAssocID="{C320D24C-176F-4CFB-987B-87DC4990FD0C}" presName="ChildComposite" presStyleCnt="0"/>
      <dgm:spPr/>
    </dgm:pt>
    <dgm:pt modelId="{0E761588-62FB-4015-8CD7-151C990709DD}" type="pres">
      <dgm:prSet presAssocID="{C320D24C-176F-4CFB-987B-87DC4990FD0C}" presName="Child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06307016-8803-411A-918D-92F743228026}" type="pres">
      <dgm:prSet presAssocID="{C320D24C-176F-4CFB-987B-87DC4990FD0C}" presName="Parent" presStyleLbl="revTx" presStyleIdx="3" presStyleCnt="6">
        <dgm:presLayoutVars>
          <dgm:chMax val="1"/>
          <dgm:chPref val="0"/>
          <dgm:bulletEnabled val="1"/>
        </dgm:presLayoutVars>
      </dgm:prSet>
      <dgm:spPr/>
    </dgm:pt>
    <dgm:pt modelId="{189038D8-7DDC-483E-BD0F-67B6B24548B6}" type="pres">
      <dgm:prSet presAssocID="{597A32D1-8CDF-4337-ABDD-106E25973451}" presName="sibTrans" presStyleCnt="0"/>
      <dgm:spPr/>
    </dgm:pt>
    <dgm:pt modelId="{A9FB2E6A-5AAB-4022-9F5D-C7E9E53EF885}" type="pres">
      <dgm:prSet presAssocID="{D93F7547-FD8B-4B8F-8267-A0A1AD7A192A}" presName="composite" presStyleCnt="0">
        <dgm:presLayoutVars>
          <dgm:chMax val="1"/>
          <dgm:chPref val="1"/>
        </dgm:presLayoutVars>
      </dgm:prSet>
      <dgm:spPr/>
    </dgm:pt>
    <dgm:pt modelId="{A45B654B-DD3E-426F-A7C7-2C0F522C37EF}" type="pres">
      <dgm:prSet presAssocID="{D93F7547-FD8B-4B8F-8267-A0A1AD7A192A}" presName="Accent" presStyleLbl="trAlignAcc1" presStyleIdx="4" presStyleCnt="6">
        <dgm:presLayoutVars>
          <dgm:chMax val="0"/>
          <dgm:chPref val="0"/>
        </dgm:presLayoutVars>
      </dgm:prSet>
      <dgm:spPr/>
    </dgm:pt>
    <dgm:pt modelId="{AFB265AB-87B6-48D0-99F3-59BF7CC33DE2}" type="pres">
      <dgm:prSet presAssocID="{D93F7547-FD8B-4B8F-8267-A0A1AD7A192A}" presName="Image" presStyleLbl="alignImgPlace1" presStyleIdx="4" presStyleCnt="6">
        <dgm:presLayoutVars>
          <dgm:chMax val="0"/>
          <dgm:chPref val="0"/>
        </dgm:presLayoutVars>
      </dgm:prSet>
      <dgm:spPr>
        <a:blipFill rotWithShape="1">
          <a:blip xmlns:r="http://schemas.openxmlformats.org/officeDocument/2006/relationships"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t="-1000" b="-1000"/>
          </a:stretch>
        </a:blipFill>
      </dgm:spPr>
    </dgm:pt>
    <dgm:pt modelId="{ACD0AD79-416E-4F33-8780-C557C39F04EE}" type="pres">
      <dgm:prSet presAssocID="{D93F7547-FD8B-4B8F-8267-A0A1AD7A192A}" presName="ChildComposite" presStyleCnt="0"/>
      <dgm:spPr/>
    </dgm:pt>
    <dgm:pt modelId="{544D5028-A704-4307-A005-8E3B48AE28E6}" type="pres">
      <dgm:prSet presAssocID="{D93F7547-FD8B-4B8F-8267-A0A1AD7A192A}" presName="Child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0B0A1B0B-7A27-49F4-99DA-F7F404674FD8}" type="pres">
      <dgm:prSet presAssocID="{D93F7547-FD8B-4B8F-8267-A0A1AD7A192A}" presName="Parent" presStyleLbl="revTx" presStyleIdx="4" presStyleCnt="6">
        <dgm:presLayoutVars>
          <dgm:chMax val="1"/>
          <dgm:chPref val="0"/>
          <dgm:bulletEnabled val="1"/>
        </dgm:presLayoutVars>
      </dgm:prSet>
      <dgm:spPr/>
    </dgm:pt>
    <dgm:pt modelId="{1EA3C644-0401-4EA5-AE7F-F3427CDA5C87}" type="pres">
      <dgm:prSet presAssocID="{F946813D-75F5-4134-A6A5-19C584349BDD}" presName="sibTrans" presStyleCnt="0"/>
      <dgm:spPr/>
    </dgm:pt>
    <dgm:pt modelId="{02CA2D18-82D1-49E7-B85B-658B10802A35}" type="pres">
      <dgm:prSet presAssocID="{C3B7C1DE-8090-4F67-ABC1-9B5176136A77}" presName="composite" presStyleCnt="0">
        <dgm:presLayoutVars>
          <dgm:chMax val="1"/>
          <dgm:chPref val="1"/>
        </dgm:presLayoutVars>
      </dgm:prSet>
      <dgm:spPr/>
    </dgm:pt>
    <dgm:pt modelId="{0AF9BBCF-6F13-401E-A28C-EC2C6B56137F}" type="pres">
      <dgm:prSet presAssocID="{C3B7C1DE-8090-4F67-ABC1-9B5176136A77}" presName="Accent" presStyleLbl="trAlignAcc1" presStyleIdx="5" presStyleCnt="6">
        <dgm:presLayoutVars>
          <dgm:chMax val="0"/>
          <dgm:chPref val="0"/>
        </dgm:presLayoutVars>
      </dgm:prSet>
      <dgm:spPr/>
    </dgm:pt>
    <dgm:pt modelId="{33FB4F12-32A1-4D12-8D38-8DA1E6C503F9}" type="pres">
      <dgm:prSet presAssocID="{C3B7C1DE-8090-4F67-ABC1-9B5176136A77}" presName="Image" presStyleLbl="alignImgPlace1" presStyleIdx="5" presStyleCnt="6">
        <dgm:presLayoutVars>
          <dgm:chMax val="0"/>
          <dgm:chPref val="0"/>
        </dgm:presLayoutVars>
      </dgm:prSet>
      <dgm:spPr>
        <a:blipFill rotWithShape="1">
          <a:blip xmlns:r="http://schemas.openxmlformats.org/officeDocument/2006/relationships"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t="-4000" b="-4000"/>
          </a:stretch>
        </a:blipFill>
      </dgm:spPr>
    </dgm:pt>
    <dgm:pt modelId="{123C07DB-BAE1-426C-B5B4-654BA2F876D1}" type="pres">
      <dgm:prSet presAssocID="{C3B7C1DE-8090-4F67-ABC1-9B5176136A77}" presName="ChildComposite" presStyleCnt="0"/>
      <dgm:spPr/>
    </dgm:pt>
    <dgm:pt modelId="{042E2109-103C-4FEA-A5F2-D650DEE8BAAF}" type="pres">
      <dgm:prSet presAssocID="{C3B7C1DE-8090-4F67-ABC1-9B5176136A77}" presName="Child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2D14F288-6F92-4ABC-A847-23FB98E90DCA}" type="pres">
      <dgm:prSet presAssocID="{C3B7C1DE-8090-4F67-ABC1-9B5176136A77}" presName="Parent" presStyleLbl="revTx" presStyleIdx="5" presStyleCnt="6">
        <dgm:presLayoutVars>
          <dgm:chMax val="1"/>
          <dgm:chPref val="0"/>
          <dgm:bulletEnabled val="1"/>
        </dgm:presLayoutVars>
      </dgm:prSet>
      <dgm:spPr/>
    </dgm:pt>
  </dgm:ptLst>
  <dgm:cxnLst>
    <dgm:cxn modelId="{661F0316-BFDD-427E-B1BA-80856CB7B0A3}" type="presOf" srcId="{D93F7547-FD8B-4B8F-8267-A0A1AD7A192A}" destId="{0B0A1B0B-7A27-49F4-99DA-F7F404674FD8}" srcOrd="0" destOrd="0" presId="urn:microsoft.com/office/officeart/2008/layout/CaptionedPictures"/>
    <dgm:cxn modelId="{2A87FE17-6024-4070-AE84-C3B8F3E43023}" type="presOf" srcId="{51F03C9D-A67D-402F-97AD-09111EC83FFD}" destId="{41854C0A-C8FB-4A64-9954-5A6F2B78243A}" srcOrd="0" destOrd="0" presId="urn:microsoft.com/office/officeart/2008/layout/CaptionedPictures"/>
    <dgm:cxn modelId="{1358FB23-724F-4F1B-8F63-0C8F2F46E3D6}" srcId="{64C6E775-7301-45EB-979C-DFC69CF59537}" destId="{C3B7C1DE-8090-4F67-ABC1-9B5176136A77}" srcOrd="5" destOrd="0" parTransId="{0ACE0B7E-78FD-4A34-BBF4-6B26422CA4B8}" sibTransId="{C49399AA-CDA7-4504-91B8-2B2F5B89B225}"/>
    <dgm:cxn modelId="{2F7D3428-6109-489C-8364-8D664C3E183F}" type="presOf" srcId="{A2CD573E-3AEA-487C-BC99-AB269182BD3D}" destId="{FFF7178D-E8AC-450C-A4AC-DE45723B189D}" srcOrd="0" destOrd="0" presId="urn:microsoft.com/office/officeart/2008/layout/CaptionedPictures"/>
    <dgm:cxn modelId="{A7A02661-B07A-4E86-B234-6D3643D710DC}" type="presOf" srcId="{C3B7C1DE-8090-4F67-ABC1-9B5176136A77}" destId="{2D14F288-6F92-4ABC-A847-23FB98E90DCA}" srcOrd="0" destOrd="0" presId="urn:microsoft.com/office/officeart/2008/layout/CaptionedPictures"/>
    <dgm:cxn modelId="{93CC2C42-02C6-471F-B492-B426CBE2B233}" type="presOf" srcId="{10C25604-A135-4E0A-AEAB-DE1EED9D938E}" destId="{4164FAAC-E75C-42C7-96E4-89715501AD23}" srcOrd="0" destOrd="0" presId="urn:microsoft.com/office/officeart/2008/layout/CaptionedPictures"/>
    <dgm:cxn modelId="{9EF6B366-1282-4998-968E-8C4C8298304D}" srcId="{64C6E775-7301-45EB-979C-DFC69CF59537}" destId="{51F03C9D-A67D-402F-97AD-09111EC83FFD}" srcOrd="0" destOrd="0" parTransId="{48573AB6-5896-46CA-BAAA-4C03EF066896}" sibTransId="{3F397132-DAE4-4117-8D5F-92F239C62DB5}"/>
    <dgm:cxn modelId="{4AF16453-5F20-4348-A7FE-EFA6A5BBD0A8}" srcId="{64C6E775-7301-45EB-979C-DFC69CF59537}" destId="{D93F7547-FD8B-4B8F-8267-A0A1AD7A192A}" srcOrd="4" destOrd="0" parTransId="{9978C127-475C-4171-8699-BA16CA961BB7}" sibTransId="{F946813D-75F5-4134-A6A5-19C584349BDD}"/>
    <dgm:cxn modelId="{D8C6CE73-0D0E-4BE9-AAFE-A976AEE7C080}" type="presOf" srcId="{C320D24C-176F-4CFB-987B-87DC4990FD0C}" destId="{06307016-8803-411A-918D-92F743228026}" srcOrd="0" destOrd="0" presId="urn:microsoft.com/office/officeart/2008/layout/CaptionedPictures"/>
    <dgm:cxn modelId="{0925C274-940A-4B43-A772-759288271316}" srcId="{64C6E775-7301-45EB-979C-DFC69CF59537}" destId="{A2CD573E-3AEA-487C-BC99-AB269182BD3D}" srcOrd="1" destOrd="0" parTransId="{0AB39550-7B5D-473C-AFF5-393DDEF40DF5}" sibTransId="{59D40F57-102E-4582-891E-B8C9A862494C}"/>
    <dgm:cxn modelId="{3250E859-C356-4E0A-9B10-DC953AEB6F05}" srcId="{64C6E775-7301-45EB-979C-DFC69CF59537}" destId="{C320D24C-176F-4CFB-987B-87DC4990FD0C}" srcOrd="3" destOrd="0" parTransId="{A980FAEC-FD15-4C5F-B318-466ABA0F95D2}" sibTransId="{597A32D1-8CDF-4337-ABDD-106E25973451}"/>
    <dgm:cxn modelId="{236CFE8C-4AFA-4601-9AEC-B990B50F415A}" srcId="{64C6E775-7301-45EB-979C-DFC69CF59537}" destId="{10C25604-A135-4E0A-AEAB-DE1EED9D938E}" srcOrd="2" destOrd="0" parTransId="{4C6FB430-BF0B-44CC-BE1B-60CC1289CDCE}" sibTransId="{599F8136-B71D-4C4E-BD83-754485CBAD17}"/>
    <dgm:cxn modelId="{75E78AA1-DF8D-41FC-B526-EEC0E6FE2FEE}" type="presOf" srcId="{64C6E775-7301-45EB-979C-DFC69CF59537}" destId="{8D133749-78F2-4385-8E12-D872107363B5}" srcOrd="0" destOrd="0" presId="urn:microsoft.com/office/officeart/2008/layout/CaptionedPictures"/>
    <dgm:cxn modelId="{9F72AEDB-76EF-4C63-A899-4AA88C73575A}" type="presParOf" srcId="{8D133749-78F2-4385-8E12-D872107363B5}" destId="{4C528258-C3A5-48F4-A85A-0C5DBE8DD559}" srcOrd="0" destOrd="0" presId="urn:microsoft.com/office/officeart/2008/layout/CaptionedPictures"/>
    <dgm:cxn modelId="{4E87FF4D-1588-49A0-AD6B-785C9904B58A}" type="presParOf" srcId="{4C528258-C3A5-48F4-A85A-0C5DBE8DD559}" destId="{F492C638-7ED7-494C-B488-BBE109C87E5D}" srcOrd="0" destOrd="0" presId="urn:microsoft.com/office/officeart/2008/layout/CaptionedPictures"/>
    <dgm:cxn modelId="{27E47D65-6573-4550-A050-747460F90540}" type="presParOf" srcId="{4C528258-C3A5-48F4-A85A-0C5DBE8DD559}" destId="{03FE485B-E78B-4946-A5C3-BB132B99CC19}" srcOrd="1" destOrd="0" presId="urn:microsoft.com/office/officeart/2008/layout/CaptionedPictures"/>
    <dgm:cxn modelId="{AD4195D6-CF67-41C6-B5E5-6B5CA88AFA67}" type="presParOf" srcId="{4C528258-C3A5-48F4-A85A-0C5DBE8DD559}" destId="{B4D3F519-2AF2-4B87-8419-737D348D22E6}" srcOrd="2" destOrd="0" presId="urn:microsoft.com/office/officeart/2008/layout/CaptionedPictures"/>
    <dgm:cxn modelId="{E53129CB-D30A-485C-8290-99F8D81766BC}" type="presParOf" srcId="{B4D3F519-2AF2-4B87-8419-737D348D22E6}" destId="{C2098A60-9E26-475E-82FC-19BEA2A08CFF}" srcOrd="0" destOrd="0" presId="urn:microsoft.com/office/officeart/2008/layout/CaptionedPictures"/>
    <dgm:cxn modelId="{5D7F9E6D-D7D9-4D38-ACE1-895D4120450E}" type="presParOf" srcId="{B4D3F519-2AF2-4B87-8419-737D348D22E6}" destId="{41854C0A-C8FB-4A64-9954-5A6F2B78243A}" srcOrd="1" destOrd="0" presId="urn:microsoft.com/office/officeart/2008/layout/CaptionedPictures"/>
    <dgm:cxn modelId="{D7E0DC0B-EE38-4153-A7BA-56A15AB2B622}" type="presParOf" srcId="{8D133749-78F2-4385-8E12-D872107363B5}" destId="{26319116-A359-4A16-AFDF-E82E8E11156E}" srcOrd="1" destOrd="0" presId="urn:microsoft.com/office/officeart/2008/layout/CaptionedPictures"/>
    <dgm:cxn modelId="{A3941A83-057C-44CF-B9DC-DE6B1F11A5FE}" type="presParOf" srcId="{8D133749-78F2-4385-8E12-D872107363B5}" destId="{31EEFD0C-45E4-4198-88B4-FDA70D59F00E}" srcOrd="2" destOrd="0" presId="urn:microsoft.com/office/officeart/2008/layout/CaptionedPictures"/>
    <dgm:cxn modelId="{F0BD16A3-9599-47C9-B718-B7152A5A01F7}" type="presParOf" srcId="{31EEFD0C-45E4-4198-88B4-FDA70D59F00E}" destId="{AA138566-D569-414C-8322-8C788E6F1166}" srcOrd="0" destOrd="0" presId="urn:microsoft.com/office/officeart/2008/layout/CaptionedPictures"/>
    <dgm:cxn modelId="{276DA8F0-A269-4C46-99FC-657C4FC9A493}" type="presParOf" srcId="{31EEFD0C-45E4-4198-88B4-FDA70D59F00E}" destId="{3D7E8817-E56A-405A-A4E6-83F90CE5A026}" srcOrd="1" destOrd="0" presId="urn:microsoft.com/office/officeart/2008/layout/CaptionedPictures"/>
    <dgm:cxn modelId="{2E94A1F3-7A55-4CD0-A5C4-437025769F77}" type="presParOf" srcId="{31EEFD0C-45E4-4198-88B4-FDA70D59F00E}" destId="{E5DCBCA2-2125-478E-8931-60FA252262AC}" srcOrd="2" destOrd="0" presId="urn:microsoft.com/office/officeart/2008/layout/CaptionedPictures"/>
    <dgm:cxn modelId="{33A23D62-76A5-40CA-A512-956ABA843529}" type="presParOf" srcId="{E5DCBCA2-2125-478E-8931-60FA252262AC}" destId="{45E4C367-304F-4017-B316-98311BEEE28B}" srcOrd="0" destOrd="0" presId="urn:microsoft.com/office/officeart/2008/layout/CaptionedPictures"/>
    <dgm:cxn modelId="{55A19F72-107B-4258-8AEC-4F692D6ECBB4}" type="presParOf" srcId="{E5DCBCA2-2125-478E-8931-60FA252262AC}" destId="{FFF7178D-E8AC-450C-A4AC-DE45723B189D}" srcOrd="1" destOrd="0" presId="urn:microsoft.com/office/officeart/2008/layout/CaptionedPictures"/>
    <dgm:cxn modelId="{49636635-6519-4F83-A47A-4ABD3515BCD5}" type="presParOf" srcId="{8D133749-78F2-4385-8E12-D872107363B5}" destId="{D445F0A0-714F-4F75-B533-012D16B82298}" srcOrd="3" destOrd="0" presId="urn:microsoft.com/office/officeart/2008/layout/CaptionedPictures"/>
    <dgm:cxn modelId="{12AC39A5-7CFF-497C-9C8B-2B254A3DEDFF}" type="presParOf" srcId="{8D133749-78F2-4385-8E12-D872107363B5}" destId="{E3636523-D51E-47B0-B277-DECAAB5DE06F}" srcOrd="4" destOrd="0" presId="urn:microsoft.com/office/officeart/2008/layout/CaptionedPictures"/>
    <dgm:cxn modelId="{F254A318-65BF-4B47-9D47-D6C59D494B25}" type="presParOf" srcId="{E3636523-D51E-47B0-B277-DECAAB5DE06F}" destId="{3700903F-65C3-462E-8884-59B04DFEA0FC}" srcOrd="0" destOrd="0" presId="urn:microsoft.com/office/officeart/2008/layout/CaptionedPictures"/>
    <dgm:cxn modelId="{5C59093F-6F4F-4D98-83B4-D1596AAA60E5}" type="presParOf" srcId="{E3636523-D51E-47B0-B277-DECAAB5DE06F}" destId="{602D44B2-F419-4139-819A-5F1EE825908C}" srcOrd="1" destOrd="0" presId="urn:microsoft.com/office/officeart/2008/layout/CaptionedPictures"/>
    <dgm:cxn modelId="{70D54E98-6577-480D-AB3C-EDFC6561C2AB}" type="presParOf" srcId="{E3636523-D51E-47B0-B277-DECAAB5DE06F}" destId="{DBEA8FA2-70C2-4EBB-B067-C2D0AEF7D69F}" srcOrd="2" destOrd="0" presId="urn:microsoft.com/office/officeart/2008/layout/CaptionedPictures"/>
    <dgm:cxn modelId="{9EE0C3F3-8A7C-4BA0-9297-B2455EE6C370}" type="presParOf" srcId="{DBEA8FA2-70C2-4EBB-B067-C2D0AEF7D69F}" destId="{31AE94BE-A71D-4A80-8887-BD5D2850470B}" srcOrd="0" destOrd="0" presId="urn:microsoft.com/office/officeart/2008/layout/CaptionedPictures"/>
    <dgm:cxn modelId="{B7A0999E-3A3A-45D2-9ABE-E3902B70DB11}" type="presParOf" srcId="{DBEA8FA2-70C2-4EBB-B067-C2D0AEF7D69F}" destId="{4164FAAC-E75C-42C7-96E4-89715501AD23}" srcOrd="1" destOrd="0" presId="urn:microsoft.com/office/officeart/2008/layout/CaptionedPictures"/>
    <dgm:cxn modelId="{85982E0C-B10C-4560-8ED4-59EE308FCCDC}" type="presParOf" srcId="{8D133749-78F2-4385-8E12-D872107363B5}" destId="{035E68B2-B784-41C0-A5B8-E98E7FCAC1DD}" srcOrd="5" destOrd="0" presId="urn:microsoft.com/office/officeart/2008/layout/CaptionedPictures"/>
    <dgm:cxn modelId="{3C4DAC16-47EE-4507-BB49-0195E35858BC}" type="presParOf" srcId="{8D133749-78F2-4385-8E12-D872107363B5}" destId="{8AAE2D27-8997-4B0B-8430-2985CB6C0E25}" srcOrd="6" destOrd="0" presId="urn:microsoft.com/office/officeart/2008/layout/CaptionedPictures"/>
    <dgm:cxn modelId="{6BD879D9-6A87-4115-8F75-914C13D66413}" type="presParOf" srcId="{8AAE2D27-8997-4B0B-8430-2985CB6C0E25}" destId="{F3824D60-D49A-4E0D-9DD0-B139F769091F}" srcOrd="0" destOrd="0" presId="urn:microsoft.com/office/officeart/2008/layout/CaptionedPictures"/>
    <dgm:cxn modelId="{EBC61191-675C-49AB-BB3A-639DCEFFB93E}" type="presParOf" srcId="{8AAE2D27-8997-4B0B-8430-2985CB6C0E25}" destId="{0D46EAEC-B401-4CA2-863A-1FB3311DDDB1}" srcOrd="1" destOrd="0" presId="urn:microsoft.com/office/officeart/2008/layout/CaptionedPictures"/>
    <dgm:cxn modelId="{0202DA1B-F8C1-4C95-8389-822C8C780723}" type="presParOf" srcId="{8AAE2D27-8997-4B0B-8430-2985CB6C0E25}" destId="{CAED7B44-3197-45C0-97D0-E9F9981FD7C4}" srcOrd="2" destOrd="0" presId="urn:microsoft.com/office/officeart/2008/layout/CaptionedPictures"/>
    <dgm:cxn modelId="{FFC7AFDB-84DE-4CEE-A55E-D98851836B2C}" type="presParOf" srcId="{CAED7B44-3197-45C0-97D0-E9F9981FD7C4}" destId="{0E761588-62FB-4015-8CD7-151C990709DD}" srcOrd="0" destOrd="0" presId="urn:microsoft.com/office/officeart/2008/layout/CaptionedPictures"/>
    <dgm:cxn modelId="{4D78F26E-E98A-485C-B88F-1DF5C7055B65}" type="presParOf" srcId="{CAED7B44-3197-45C0-97D0-E9F9981FD7C4}" destId="{06307016-8803-411A-918D-92F743228026}" srcOrd="1" destOrd="0" presId="urn:microsoft.com/office/officeart/2008/layout/CaptionedPictures"/>
    <dgm:cxn modelId="{64918749-5562-4AF8-93A6-E6413E522794}" type="presParOf" srcId="{8D133749-78F2-4385-8E12-D872107363B5}" destId="{189038D8-7DDC-483E-BD0F-67B6B24548B6}" srcOrd="7" destOrd="0" presId="urn:microsoft.com/office/officeart/2008/layout/CaptionedPictures"/>
    <dgm:cxn modelId="{AB526DCD-C277-43F6-B747-7DABB79009F7}" type="presParOf" srcId="{8D133749-78F2-4385-8E12-D872107363B5}" destId="{A9FB2E6A-5AAB-4022-9F5D-C7E9E53EF885}" srcOrd="8" destOrd="0" presId="urn:microsoft.com/office/officeart/2008/layout/CaptionedPictures"/>
    <dgm:cxn modelId="{ADC8E0C3-15C0-47E2-A6CC-9F4229D1FA37}" type="presParOf" srcId="{A9FB2E6A-5AAB-4022-9F5D-C7E9E53EF885}" destId="{A45B654B-DD3E-426F-A7C7-2C0F522C37EF}" srcOrd="0" destOrd="0" presId="urn:microsoft.com/office/officeart/2008/layout/CaptionedPictures"/>
    <dgm:cxn modelId="{D77E86F0-E20C-4EB4-BA6C-686A20C628F6}" type="presParOf" srcId="{A9FB2E6A-5AAB-4022-9F5D-C7E9E53EF885}" destId="{AFB265AB-87B6-48D0-99F3-59BF7CC33DE2}" srcOrd="1" destOrd="0" presId="urn:microsoft.com/office/officeart/2008/layout/CaptionedPictures"/>
    <dgm:cxn modelId="{37B0BB4B-122A-4943-8F80-1ED21BB49833}" type="presParOf" srcId="{A9FB2E6A-5AAB-4022-9F5D-C7E9E53EF885}" destId="{ACD0AD79-416E-4F33-8780-C557C39F04EE}" srcOrd="2" destOrd="0" presId="urn:microsoft.com/office/officeart/2008/layout/CaptionedPictures"/>
    <dgm:cxn modelId="{19A826C7-AEEC-45BA-90A9-0EC66EF2D793}" type="presParOf" srcId="{ACD0AD79-416E-4F33-8780-C557C39F04EE}" destId="{544D5028-A704-4307-A005-8E3B48AE28E6}" srcOrd="0" destOrd="0" presId="urn:microsoft.com/office/officeart/2008/layout/CaptionedPictures"/>
    <dgm:cxn modelId="{3D5CE377-AF32-44BA-8427-015EF8F1A34C}" type="presParOf" srcId="{ACD0AD79-416E-4F33-8780-C557C39F04EE}" destId="{0B0A1B0B-7A27-49F4-99DA-F7F404674FD8}" srcOrd="1" destOrd="0" presId="urn:microsoft.com/office/officeart/2008/layout/CaptionedPictures"/>
    <dgm:cxn modelId="{0F89394E-822E-4377-B4F5-AD77050D41DE}" type="presParOf" srcId="{8D133749-78F2-4385-8E12-D872107363B5}" destId="{1EA3C644-0401-4EA5-AE7F-F3427CDA5C87}" srcOrd="9" destOrd="0" presId="urn:microsoft.com/office/officeart/2008/layout/CaptionedPictures"/>
    <dgm:cxn modelId="{F8213BC3-82EA-42E5-AD78-9199D42306DA}" type="presParOf" srcId="{8D133749-78F2-4385-8E12-D872107363B5}" destId="{02CA2D18-82D1-49E7-B85B-658B10802A35}" srcOrd="10" destOrd="0" presId="urn:microsoft.com/office/officeart/2008/layout/CaptionedPictures"/>
    <dgm:cxn modelId="{C7E95D6A-A818-4859-89E3-D518FAC926CF}" type="presParOf" srcId="{02CA2D18-82D1-49E7-B85B-658B10802A35}" destId="{0AF9BBCF-6F13-401E-A28C-EC2C6B56137F}" srcOrd="0" destOrd="0" presId="urn:microsoft.com/office/officeart/2008/layout/CaptionedPictures"/>
    <dgm:cxn modelId="{62636CA0-3B75-496A-A325-BA5EA8D105E5}" type="presParOf" srcId="{02CA2D18-82D1-49E7-B85B-658B10802A35}" destId="{33FB4F12-32A1-4D12-8D38-8DA1E6C503F9}" srcOrd="1" destOrd="0" presId="urn:microsoft.com/office/officeart/2008/layout/CaptionedPictures"/>
    <dgm:cxn modelId="{6865458F-EEB6-4865-A212-97734E799471}" type="presParOf" srcId="{02CA2D18-82D1-49E7-B85B-658B10802A35}" destId="{123C07DB-BAE1-426C-B5B4-654BA2F876D1}" srcOrd="2" destOrd="0" presId="urn:microsoft.com/office/officeart/2008/layout/CaptionedPictures"/>
    <dgm:cxn modelId="{E4A28294-094D-4740-AEEA-71B94A334605}" type="presParOf" srcId="{123C07DB-BAE1-426C-B5B4-654BA2F876D1}" destId="{042E2109-103C-4FEA-A5F2-D650DEE8BAAF}" srcOrd="0" destOrd="0" presId="urn:microsoft.com/office/officeart/2008/layout/CaptionedPictures"/>
    <dgm:cxn modelId="{883DE446-A693-42AB-9F00-8799356F868C}" type="presParOf" srcId="{123C07DB-BAE1-426C-B5B4-654BA2F876D1}" destId="{2D14F288-6F92-4ABC-A847-23FB98E90DCA}" srcOrd="1" destOrd="0" presId="urn:microsoft.com/office/officeart/2008/layout/CaptionedPicture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A632C9-3557-4881-8320-4CC3B08F97B9}">
      <dsp:nvSpPr>
        <dsp:cNvPr id="0" name=""/>
        <dsp:cNvSpPr/>
      </dsp:nvSpPr>
      <dsp:spPr>
        <a:xfrm>
          <a:off x="335250" y="282104"/>
          <a:ext cx="1041169" cy="10411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2CA7D0-F69E-48C6-9DF0-6E5B3AE4CFFF}">
      <dsp:nvSpPr>
        <dsp:cNvPr id="0" name=""/>
        <dsp:cNvSpPr/>
      </dsp:nvSpPr>
      <dsp:spPr>
        <a:xfrm>
          <a:off x="557138" y="503993"/>
          <a:ext cx="597392" cy="59739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F75701-CB1B-48CE-AFB4-BA116AC537BC}">
      <dsp:nvSpPr>
        <dsp:cNvPr id="0" name=""/>
        <dsp:cNvSpPr/>
      </dsp:nvSpPr>
      <dsp:spPr>
        <a:xfrm>
          <a:off x="2417" y="1647573"/>
          <a:ext cx="1706835" cy="682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ru-RU" sz="1400" b="1" kern="1200" noProof="1"/>
            <a:t>проблематика</a:t>
          </a:r>
        </a:p>
      </dsp:txBody>
      <dsp:txXfrm>
        <a:off x="2417" y="1647573"/>
        <a:ext cx="1706835" cy="682734"/>
      </dsp:txXfrm>
    </dsp:sp>
    <dsp:sp modelId="{8FF1935C-6D71-4ED8-84A9-7BD0878A2214}">
      <dsp:nvSpPr>
        <dsp:cNvPr id="0" name=""/>
        <dsp:cNvSpPr/>
      </dsp:nvSpPr>
      <dsp:spPr>
        <a:xfrm>
          <a:off x="2340782" y="282104"/>
          <a:ext cx="1041169" cy="10411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6B43D7-FE04-4B7B-9B25-378E58D4256B}">
      <dsp:nvSpPr>
        <dsp:cNvPr id="0" name=""/>
        <dsp:cNvSpPr/>
      </dsp:nvSpPr>
      <dsp:spPr>
        <a:xfrm>
          <a:off x="2562671" y="503993"/>
          <a:ext cx="597392" cy="59739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6334F4-C5C9-4D51-AE07-B1421AC65735}">
      <dsp:nvSpPr>
        <dsp:cNvPr id="0" name=""/>
        <dsp:cNvSpPr/>
      </dsp:nvSpPr>
      <dsp:spPr>
        <a:xfrm>
          <a:off x="2007949" y="1647573"/>
          <a:ext cx="1706835" cy="682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ru-RU" sz="1400" b="1" kern="1200" noProof="1"/>
            <a:t>Постановка задачи</a:t>
          </a:r>
        </a:p>
      </dsp:txBody>
      <dsp:txXfrm>
        <a:off x="2007949" y="1647573"/>
        <a:ext cx="1706835" cy="682734"/>
      </dsp:txXfrm>
    </dsp:sp>
    <dsp:sp modelId="{24E57220-B583-40A5-AA12-472355D13E7B}">
      <dsp:nvSpPr>
        <dsp:cNvPr id="0" name=""/>
        <dsp:cNvSpPr/>
      </dsp:nvSpPr>
      <dsp:spPr>
        <a:xfrm>
          <a:off x="4346314" y="282104"/>
          <a:ext cx="1041169" cy="10411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921DC4-FFE1-45EA-BF88-1499985E9F26}">
      <dsp:nvSpPr>
        <dsp:cNvPr id="0" name=""/>
        <dsp:cNvSpPr/>
      </dsp:nvSpPr>
      <dsp:spPr>
        <a:xfrm>
          <a:off x="4568203" y="503993"/>
          <a:ext cx="597392" cy="59739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00C54C-DBE5-4D90-AC5B-F114DBA42609}">
      <dsp:nvSpPr>
        <dsp:cNvPr id="0" name=""/>
        <dsp:cNvSpPr/>
      </dsp:nvSpPr>
      <dsp:spPr>
        <a:xfrm>
          <a:off x="4013481" y="1647573"/>
          <a:ext cx="1706835" cy="682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ru-RU" sz="1400" b="1" kern="1200" dirty="0"/>
            <a:t>Архитектура решения</a:t>
          </a:r>
          <a:endParaRPr lang="ru-RU" sz="1400" b="1" kern="1200" noProof="1"/>
        </a:p>
      </dsp:txBody>
      <dsp:txXfrm>
        <a:off x="4013481" y="1647573"/>
        <a:ext cx="1706835" cy="682734"/>
      </dsp:txXfrm>
    </dsp:sp>
    <dsp:sp modelId="{CCD405E9-3ED2-413F-A566-9EC827E3C325}">
      <dsp:nvSpPr>
        <dsp:cNvPr id="0" name=""/>
        <dsp:cNvSpPr/>
      </dsp:nvSpPr>
      <dsp:spPr>
        <a:xfrm>
          <a:off x="6351846" y="282104"/>
          <a:ext cx="1041169" cy="10411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0CFDC2-DFB4-4E97-BC46-0D91B2B6FC3E}">
      <dsp:nvSpPr>
        <dsp:cNvPr id="0" name=""/>
        <dsp:cNvSpPr/>
      </dsp:nvSpPr>
      <dsp:spPr>
        <a:xfrm>
          <a:off x="6573735" y="503993"/>
          <a:ext cx="597392" cy="59739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079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0390FD-292B-4486-A1E5-387EE4F55D8B}">
      <dsp:nvSpPr>
        <dsp:cNvPr id="0" name=""/>
        <dsp:cNvSpPr/>
      </dsp:nvSpPr>
      <dsp:spPr>
        <a:xfrm>
          <a:off x="6019013" y="1647573"/>
          <a:ext cx="1706835" cy="682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b="1" kern="1200" dirty="0"/>
            <a:t>Recursive RAG vs</a:t>
          </a:r>
          <a:br>
            <a:rPr lang="en-US" sz="1400" b="1" kern="1200" dirty="0"/>
          </a:br>
          <a:r>
            <a:rPr lang="ru-RU" sz="1400" b="1" kern="1200" dirty="0"/>
            <a:t>классический </a:t>
          </a:r>
          <a:r>
            <a:rPr lang="en-US" sz="1400" b="1" kern="1200" dirty="0"/>
            <a:t>RAG</a:t>
          </a:r>
        </a:p>
      </dsp:txBody>
      <dsp:txXfrm>
        <a:off x="6019013" y="1647573"/>
        <a:ext cx="1706835" cy="682734"/>
      </dsp:txXfrm>
    </dsp:sp>
    <dsp:sp modelId="{AE79ABCF-1542-467E-8AF6-B5205E708F71}">
      <dsp:nvSpPr>
        <dsp:cNvPr id="0" name=""/>
        <dsp:cNvSpPr/>
      </dsp:nvSpPr>
      <dsp:spPr>
        <a:xfrm>
          <a:off x="335250" y="2757016"/>
          <a:ext cx="1041169" cy="10411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B305BD-AB32-4577-908E-9C4B50860269}">
      <dsp:nvSpPr>
        <dsp:cNvPr id="0" name=""/>
        <dsp:cNvSpPr/>
      </dsp:nvSpPr>
      <dsp:spPr>
        <a:xfrm>
          <a:off x="557138" y="2978905"/>
          <a:ext cx="597392" cy="59739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 w="1079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1EFFA4-180B-4527-9E8A-3EA58E3D12FD}">
      <dsp:nvSpPr>
        <dsp:cNvPr id="0" name=""/>
        <dsp:cNvSpPr/>
      </dsp:nvSpPr>
      <dsp:spPr>
        <a:xfrm>
          <a:off x="2417" y="4122485"/>
          <a:ext cx="1706835" cy="682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ru-RU" sz="1400" b="1" kern="1200" dirty="0"/>
            <a:t>Система оценки качества</a:t>
          </a:r>
          <a:endParaRPr lang="en-US" sz="1400" b="1" kern="1200" dirty="0"/>
        </a:p>
      </dsp:txBody>
      <dsp:txXfrm>
        <a:off x="2417" y="4122485"/>
        <a:ext cx="1706835" cy="682734"/>
      </dsp:txXfrm>
    </dsp:sp>
    <dsp:sp modelId="{4869666F-1798-4BA7-8853-E6588BF88185}">
      <dsp:nvSpPr>
        <dsp:cNvPr id="0" name=""/>
        <dsp:cNvSpPr/>
      </dsp:nvSpPr>
      <dsp:spPr>
        <a:xfrm>
          <a:off x="2340782" y="2757016"/>
          <a:ext cx="1041169" cy="10411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4AA57E-DA4F-4466-BE64-B5A634D3ED1F}">
      <dsp:nvSpPr>
        <dsp:cNvPr id="0" name=""/>
        <dsp:cNvSpPr/>
      </dsp:nvSpPr>
      <dsp:spPr>
        <a:xfrm>
          <a:off x="2562671" y="2978905"/>
          <a:ext cx="597392" cy="597392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a:blipFill>
        <a:ln w="1079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F0C5BC-FEAC-4E72-B089-7F16048C0AC2}">
      <dsp:nvSpPr>
        <dsp:cNvPr id="0" name=""/>
        <dsp:cNvSpPr/>
      </dsp:nvSpPr>
      <dsp:spPr>
        <a:xfrm>
          <a:off x="2007949" y="4122485"/>
          <a:ext cx="1706835" cy="682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ru-RU" sz="1400" b="1" kern="1200" dirty="0"/>
            <a:t>Эксперимент</a:t>
          </a:r>
          <a:endParaRPr lang="en-US" sz="1400" b="1" kern="1200" dirty="0"/>
        </a:p>
      </dsp:txBody>
      <dsp:txXfrm>
        <a:off x="2007949" y="4122485"/>
        <a:ext cx="1706835" cy="682734"/>
      </dsp:txXfrm>
    </dsp:sp>
    <dsp:sp modelId="{D1C2E619-F231-477D-BCB9-735E42488639}">
      <dsp:nvSpPr>
        <dsp:cNvPr id="0" name=""/>
        <dsp:cNvSpPr/>
      </dsp:nvSpPr>
      <dsp:spPr>
        <a:xfrm>
          <a:off x="4346314" y="2757016"/>
          <a:ext cx="1041169" cy="10411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D4E5B4-B594-458D-B6A9-7745E7FAAA67}">
      <dsp:nvSpPr>
        <dsp:cNvPr id="0" name=""/>
        <dsp:cNvSpPr/>
      </dsp:nvSpPr>
      <dsp:spPr>
        <a:xfrm>
          <a:off x="4568203" y="2978905"/>
          <a:ext cx="597392" cy="597392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a:blipFill>
        <a:ln w="1079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194CA7-9035-4418-A352-CE48987BC322}">
      <dsp:nvSpPr>
        <dsp:cNvPr id="0" name=""/>
        <dsp:cNvSpPr/>
      </dsp:nvSpPr>
      <dsp:spPr>
        <a:xfrm>
          <a:off x="4013481" y="4122485"/>
          <a:ext cx="1706835" cy="682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ru-RU" sz="1400" b="1" kern="1200" dirty="0"/>
            <a:t>Результаты</a:t>
          </a:r>
          <a:endParaRPr lang="en-US" sz="1400" b="1" kern="1200" dirty="0"/>
        </a:p>
      </dsp:txBody>
      <dsp:txXfrm>
        <a:off x="4013481" y="4122485"/>
        <a:ext cx="1706835" cy="682734"/>
      </dsp:txXfrm>
    </dsp:sp>
    <dsp:sp modelId="{A17A341E-E857-499E-BE92-8FBBDD94840D}">
      <dsp:nvSpPr>
        <dsp:cNvPr id="0" name=""/>
        <dsp:cNvSpPr/>
      </dsp:nvSpPr>
      <dsp:spPr>
        <a:xfrm>
          <a:off x="6351846" y="2757016"/>
          <a:ext cx="1041169" cy="10411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14EBCE-19CD-43AB-87CB-204367985A65}">
      <dsp:nvSpPr>
        <dsp:cNvPr id="0" name=""/>
        <dsp:cNvSpPr/>
      </dsp:nvSpPr>
      <dsp:spPr>
        <a:xfrm>
          <a:off x="6573735" y="2978905"/>
          <a:ext cx="597392" cy="597392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a:blipFill>
        <a:ln w="1079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43D122-123D-40A2-B54D-DB3C2C7971EF}">
      <dsp:nvSpPr>
        <dsp:cNvPr id="0" name=""/>
        <dsp:cNvSpPr/>
      </dsp:nvSpPr>
      <dsp:spPr>
        <a:xfrm>
          <a:off x="6019013" y="4122485"/>
          <a:ext cx="1706835" cy="682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ru-RU" sz="1400" b="1" kern="1200" dirty="0"/>
            <a:t>Выводы</a:t>
          </a:r>
          <a:endParaRPr lang="en-US" sz="1400" b="1" kern="1200" dirty="0"/>
        </a:p>
      </dsp:txBody>
      <dsp:txXfrm>
        <a:off x="6019013" y="4122485"/>
        <a:ext cx="1706835" cy="6827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92C638-7ED7-494C-B488-BBE109C87E5D}">
      <dsp:nvSpPr>
        <dsp:cNvPr id="0" name=""/>
        <dsp:cNvSpPr/>
      </dsp:nvSpPr>
      <dsp:spPr>
        <a:xfrm>
          <a:off x="2603" y="77704"/>
          <a:ext cx="2502460" cy="2944070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FE485B-E78B-4946-A5C3-BB132B99CC19}">
      <dsp:nvSpPr>
        <dsp:cNvPr id="0" name=""/>
        <dsp:cNvSpPr/>
      </dsp:nvSpPr>
      <dsp:spPr>
        <a:xfrm>
          <a:off x="127726" y="195467"/>
          <a:ext cx="2252214" cy="1913645"/>
        </a:xfrm>
        <a:prstGeom prst="rect">
          <a:avLst/>
        </a:prstGeom>
        <a:blipFill rotWithShape="1">
          <a:blip xmlns:r="http://schemas.openxmlformats.org/officeDocument/2006/relationships" r:embed="rId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-9000" r="-9000"/>
          </a:stretch>
        </a:blip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854C0A-C8FB-4A64-9954-5A6F2B78243A}">
      <dsp:nvSpPr>
        <dsp:cNvPr id="0" name=""/>
        <dsp:cNvSpPr/>
      </dsp:nvSpPr>
      <dsp:spPr>
        <a:xfrm>
          <a:off x="127726" y="2109113"/>
          <a:ext cx="2252214" cy="7948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Запросы</a:t>
          </a:r>
          <a:r>
            <a:rPr lang="en-US" sz="1700" kern="1200" dirty="0"/>
            <a:t>: 135 </a:t>
          </a:r>
          <a:r>
            <a:rPr lang="ru-RU" sz="1700" kern="1200" dirty="0"/>
            <a:t>из сферы ЖКХ</a:t>
          </a:r>
        </a:p>
      </dsp:txBody>
      <dsp:txXfrm>
        <a:off x="127726" y="2109113"/>
        <a:ext cx="2252214" cy="794899"/>
      </dsp:txXfrm>
    </dsp:sp>
    <dsp:sp modelId="{AA138566-D569-414C-8322-8C788E6F1166}">
      <dsp:nvSpPr>
        <dsp:cNvPr id="0" name=""/>
        <dsp:cNvSpPr/>
      </dsp:nvSpPr>
      <dsp:spPr>
        <a:xfrm>
          <a:off x="2892752" y="77704"/>
          <a:ext cx="2502460" cy="2944070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7E8817-E56A-405A-A4E6-83F90CE5A026}">
      <dsp:nvSpPr>
        <dsp:cNvPr id="0" name=""/>
        <dsp:cNvSpPr/>
      </dsp:nvSpPr>
      <dsp:spPr>
        <a:xfrm>
          <a:off x="3017875" y="195467"/>
          <a:ext cx="2252214" cy="1913645"/>
        </a:xfrm>
        <a:prstGeom prst="rect">
          <a:avLst/>
        </a:prstGeom>
        <a:blipFill rotWithShape="1">
          <a:blip xmlns:r="http://schemas.openxmlformats.org/officeDocument/2006/relationships"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-7000" r="-7000"/>
          </a:stretch>
        </a:blip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F7178D-E8AC-450C-A4AC-DE45723B189D}">
      <dsp:nvSpPr>
        <dsp:cNvPr id="0" name=""/>
        <dsp:cNvSpPr/>
      </dsp:nvSpPr>
      <dsp:spPr>
        <a:xfrm>
          <a:off x="3017875" y="2109113"/>
          <a:ext cx="2252214" cy="7948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/>
            <a:t>Запуск в пакетном режиме</a:t>
          </a:r>
        </a:p>
      </dsp:txBody>
      <dsp:txXfrm>
        <a:off x="3017875" y="2109113"/>
        <a:ext cx="2252214" cy="794899"/>
      </dsp:txXfrm>
    </dsp:sp>
    <dsp:sp modelId="{3700903F-65C3-462E-8884-59B04DFEA0FC}">
      <dsp:nvSpPr>
        <dsp:cNvPr id="0" name=""/>
        <dsp:cNvSpPr/>
      </dsp:nvSpPr>
      <dsp:spPr>
        <a:xfrm>
          <a:off x="5782902" y="77704"/>
          <a:ext cx="2502460" cy="2944070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2D44B2-F419-4139-819A-5F1EE825908C}">
      <dsp:nvSpPr>
        <dsp:cNvPr id="0" name=""/>
        <dsp:cNvSpPr/>
      </dsp:nvSpPr>
      <dsp:spPr>
        <a:xfrm>
          <a:off x="5908025" y="195467"/>
          <a:ext cx="2252214" cy="1913645"/>
        </a:xfrm>
        <a:prstGeom prst="rect">
          <a:avLst/>
        </a:prstGeom>
        <a:blipFill dpi="0" rotWithShape="1">
          <a:blip xmlns:r="http://schemas.openxmlformats.org/officeDocument/2006/relationships"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21" t="-508" r="-14021" b="508"/>
          </a:stretch>
        </a:blip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64FAAC-E75C-42C7-96E4-89715501AD23}">
      <dsp:nvSpPr>
        <dsp:cNvPr id="0" name=""/>
        <dsp:cNvSpPr/>
      </dsp:nvSpPr>
      <dsp:spPr>
        <a:xfrm>
          <a:off x="5908025" y="2109113"/>
          <a:ext cx="2252214" cy="7948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/>
            <a:t>Формирование отчета по тестированию</a:t>
          </a:r>
        </a:p>
      </dsp:txBody>
      <dsp:txXfrm>
        <a:off x="5908025" y="2109113"/>
        <a:ext cx="2252214" cy="794899"/>
      </dsp:txXfrm>
    </dsp:sp>
    <dsp:sp modelId="{F3824D60-D49A-4E0D-9DD0-B139F769091F}">
      <dsp:nvSpPr>
        <dsp:cNvPr id="0" name=""/>
        <dsp:cNvSpPr/>
      </dsp:nvSpPr>
      <dsp:spPr>
        <a:xfrm>
          <a:off x="2603" y="3272021"/>
          <a:ext cx="2502460" cy="2944070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46EAEC-B401-4CA2-863A-1FB3311DDDB1}">
      <dsp:nvSpPr>
        <dsp:cNvPr id="0" name=""/>
        <dsp:cNvSpPr/>
      </dsp:nvSpPr>
      <dsp:spPr>
        <a:xfrm>
          <a:off x="127726" y="3389783"/>
          <a:ext cx="2252214" cy="1913645"/>
        </a:xfrm>
        <a:prstGeom prst="rect">
          <a:avLst/>
        </a:prstGeom>
        <a:blipFill rotWithShape="1">
          <a:blip xmlns:r="http://schemas.openxmlformats.org/officeDocument/2006/relationships"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-12000" r="-12000"/>
          </a:stretch>
        </a:blip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307016-8803-411A-918D-92F743228026}">
      <dsp:nvSpPr>
        <dsp:cNvPr id="0" name=""/>
        <dsp:cNvSpPr/>
      </dsp:nvSpPr>
      <dsp:spPr>
        <a:xfrm>
          <a:off x="127726" y="5303429"/>
          <a:ext cx="2252214" cy="7948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/>
            <a:t>Экспертная оценка</a:t>
          </a:r>
        </a:p>
      </dsp:txBody>
      <dsp:txXfrm>
        <a:off x="127726" y="5303429"/>
        <a:ext cx="2252214" cy="794899"/>
      </dsp:txXfrm>
    </dsp:sp>
    <dsp:sp modelId="{A45B654B-DD3E-426F-A7C7-2C0F522C37EF}">
      <dsp:nvSpPr>
        <dsp:cNvPr id="0" name=""/>
        <dsp:cNvSpPr/>
      </dsp:nvSpPr>
      <dsp:spPr>
        <a:xfrm>
          <a:off x="2892752" y="3272021"/>
          <a:ext cx="2502460" cy="2944070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B265AB-87B6-48D0-99F3-59BF7CC33DE2}">
      <dsp:nvSpPr>
        <dsp:cNvPr id="0" name=""/>
        <dsp:cNvSpPr/>
      </dsp:nvSpPr>
      <dsp:spPr>
        <a:xfrm>
          <a:off x="3017875" y="3389783"/>
          <a:ext cx="2252214" cy="1913645"/>
        </a:xfrm>
        <a:prstGeom prst="rect">
          <a:avLst/>
        </a:prstGeom>
        <a:blipFill rotWithShape="1">
          <a:blip xmlns:r="http://schemas.openxmlformats.org/officeDocument/2006/relationships"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t="-1000" b="-1000"/>
          </a:stretch>
        </a:blip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0A1B0B-7A27-49F4-99DA-F7F404674FD8}">
      <dsp:nvSpPr>
        <dsp:cNvPr id="0" name=""/>
        <dsp:cNvSpPr/>
      </dsp:nvSpPr>
      <dsp:spPr>
        <a:xfrm>
          <a:off x="3017875" y="5303429"/>
          <a:ext cx="2252214" cy="7948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/>
            <a:t>Преобразование к метрикам</a:t>
          </a:r>
        </a:p>
      </dsp:txBody>
      <dsp:txXfrm>
        <a:off x="3017875" y="5303429"/>
        <a:ext cx="2252214" cy="794899"/>
      </dsp:txXfrm>
    </dsp:sp>
    <dsp:sp modelId="{0AF9BBCF-6F13-401E-A28C-EC2C6B56137F}">
      <dsp:nvSpPr>
        <dsp:cNvPr id="0" name=""/>
        <dsp:cNvSpPr/>
      </dsp:nvSpPr>
      <dsp:spPr>
        <a:xfrm>
          <a:off x="5782902" y="3272021"/>
          <a:ext cx="2502460" cy="2944070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FB4F12-32A1-4D12-8D38-8DA1E6C503F9}">
      <dsp:nvSpPr>
        <dsp:cNvPr id="0" name=""/>
        <dsp:cNvSpPr/>
      </dsp:nvSpPr>
      <dsp:spPr>
        <a:xfrm>
          <a:off x="5908025" y="3389783"/>
          <a:ext cx="2252214" cy="1913645"/>
        </a:xfrm>
        <a:prstGeom prst="rect">
          <a:avLst/>
        </a:prstGeom>
        <a:blipFill rotWithShape="1">
          <a:blip xmlns:r="http://schemas.openxmlformats.org/officeDocument/2006/relationships"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t="-4000" b="-4000"/>
          </a:stretch>
        </a:blip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14F288-6F92-4ABC-A847-23FB98E90DCA}">
      <dsp:nvSpPr>
        <dsp:cNvPr id="0" name=""/>
        <dsp:cNvSpPr/>
      </dsp:nvSpPr>
      <dsp:spPr>
        <a:xfrm>
          <a:off x="5908025" y="5303429"/>
          <a:ext cx="2252214" cy="7948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/>
            <a:t>Вычисление интегральной оценки</a:t>
          </a:r>
        </a:p>
      </dsp:txBody>
      <dsp:txXfrm>
        <a:off x="5908025" y="5303429"/>
        <a:ext cx="2252214" cy="7948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Список круглых значков с подписями"/>
  <dgm:desc val="Используется для отображения непоследовательных или сгруппированных блоков данных, сопровождаемых соответствующими визуальными элементами. Рекомендуется использовать значки или небольшие изображения с краткими текстовыми подписями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CaptionedPictures">
  <dgm:title val=""/>
  <dgm:desc val=""/>
  <dgm:catLst>
    <dgm:cat type="picture" pri="5000"/>
    <dgm:cat type="pictureconvert" pri="5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  <dgm:cxn modelId="90" srcId="0" destId="40" srcOrd="3" destOrd="0"/>
        <dgm:cxn modelId="42" srcId="40" destId="41" srcOrd="0" destOrd="0"/>
      </dgm:cxnLst>
      <dgm:bg/>
      <dgm:whole/>
    </dgm:dataModel>
  </dgm:clrData>
  <dgm:layoutNode name="Name0">
    <dgm:varLst>
      <dgm:chMax/>
      <dgm:chPref/>
      <dgm:dir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grDir" val="tR"/>
          <dgm:param type="off" val="ct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" op="equ"/>
      <dgm:constr type="primFontSz" for="des" forName="Child" refType="primFontSz" refFor="des" refForName="Parent" op="lte"/>
      <dgm:constr type="w" for="ch" forName="composite" refType="w"/>
      <dgm:constr type="h" for="ch" forName="composite" refType="h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varLst>
          <dgm:chMax val="1"/>
          <dgm:chPref val="1"/>
        </dgm:varLst>
        <dgm:alg type="composite">
          <dgm:param type="ar" val="0.85"/>
        </dgm:alg>
        <dgm:shape xmlns:r="http://schemas.openxmlformats.org/officeDocument/2006/relationships" r:blip="">
          <dgm:adjLst/>
        </dgm:shape>
        <dgm:constrLst>
          <dgm:constr type="l" for="ch" forName="Accent" refType="w" fact="0"/>
          <dgm:constr type="t" for="ch" forName="Accent" refType="h" fact="0"/>
          <dgm:constr type="w" for="ch" forName="Accent" refType="w"/>
          <dgm:constr type="h" for="ch" forName="Accent" refType="h"/>
          <dgm:constr type="l" for="ch" forName="Image" refType="w" fact="0.05"/>
          <dgm:constr type="t" for="ch" forName="Image" refType="h" fact="0.04"/>
          <dgm:constr type="w" for="ch" forName="Image" refType="w" fact="0.9"/>
          <dgm:constr type="h" for="ch" forName="Image" refType="h" fact="0.65"/>
          <dgm:constr type="l" for="ch" forName="ChildComposite" refType="w" fact="0.05"/>
          <dgm:constr type="t" for="ch" forName="ChildComposite" refType="h" fact="0.69"/>
          <dgm:constr type="w" for="ch" forName="ChildComposite" refType="w" fact="0.9"/>
          <dgm:constr type="h" for="ch" forName="ChildComposite" refType="h" fact="0.27"/>
        </dgm:constrLst>
        <dgm:layoutNode name="Accent" styleLbl="trAlignAcc1">
          <dgm:varLst>
            <dgm:chMax val="0"/>
            <dgm:chPref val="0"/>
          </dgm:varLst>
          <dgm:alg type="sp"/>
          <dgm:shape xmlns:r="http://schemas.openxmlformats.org/officeDocument/2006/relationships" type="rect" r:blip="">
            <dgm:adjLst/>
          </dgm:shape>
          <dgm:presOf/>
        </dgm:layoutNode>
        <dgm:layoutNode name="Image" styleLbl="alignImgPlace1">
          <dgm:varLst>
            <dgm:chMax val="0"/>
            <dgm:chPref val="0"/>
          </dgm:varLst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ChildComposite">
          <dgm:alg type="composite"/>
          <dgm:shape xmlns:r="http://schemas.openxmlformats.org/officeDocument/2006/relationships" r:blip="">
            <dgm:adjLst/>
          </dgm:shape>
          <dgm:choose name="Name4">
            <dgm:if name="Name5" axis="ch" ptType="node" func="cnt" op="gte" val="1">
              <dgm:constrLst>
                <dgm:constr type="l" for="ch" forName="Parent" refType="w" fact="0"/>
                <dgm:constr type="t" for="ch" forName="Parent" refType="h" fact="0"/>
                <dgm:constr type="w" for="ch" forName="Parent" refType="w"/>
                <dgm:constr type="h" for="ch" forName="Parent" refType="h" fact="0.3704"/>
                <dgm:constr type="l" for="ch" forName="Child" refType="w" fact="0"/>
                <dgm:constr type="t" for="ch" forName="Child" refType="h" fact="0.3704"/>
                <dgm:constr type="w" for="ch" forName="Child" refType="w"/>
                <dgm:constr type="h" for="ch" forName="Child" refType="h" fact="0.6296"/>
              </dgm:constrLst>
            </dgm:if>
            <dgm:else name="Name6">
              <dgm:constrLst>
                <dgm:constr type="l" for="ch" forName="Parent" refType="w" fact="0"/>
                <dgm:constr type="t" for="ch" forName="Parent" refType="h" fact="0"/>
                <dgm:constr type="w" for="ch" forName="Parent" refType="w"/>
                <dgm:constr type="h" for="ch" forName="Parent" refType="h"/>
                <dgm:constr type="l" for="ch" forName="Child" refType="w" fact="0"/>
                <dgm:constr type="t" for="ch" forName="Child" refType="h" fact="0"/>
                <dgm:constr type="w" for="ch" forName="Child" refType="w" fact="0"/>
                <dgm:constr type="h" for="ch" forName="Child" refType="h" fact="0"/>
              </dgm:constrLst>
            </dgm:else>
          </dgm:choose>
          <dgm:layoutNode name="Child" styleLbl="node1">
            <dgm:varLst>
              <dgm:chMax val="0"/>
              <dgm:chPref val="0"/>
              <dgm:bulletEnabled val="1"/>
            </dgm:varLst>
            <dgm:choose name="Name7">
              <dgm:if name="Name8" axis="ch" ptType="node" func="cnt" op="gt" val="1">
                <dgm:alg type="tx">
                  <dgm:param type="parTxLTRAlign" val="l"/>
                  <dgm:param type="parTxRTLAlign" val="r"/>
                  <dgm:param type="txAnchorVert" val="mid"/>
                  <dgm:param type="txAnchorVertCh" val="mid"/>
                </dgm:alg>
              </dgm:if>
              <dgm:else name="Name9">
                <dgm:alg type="tx">
                  <dgm:param type="parTxLTRAlign" val="ctr"/>
                  <dgm:param type="parTxRTLAlign" val="ctr"/>
                  <dgm:param type="shpTxLTRAlignCh" val="l"/>
                  <dgm:param type="shpTxRTLAlignCh" val="r"/>
                  <dgm:param type="txAnchorVert" val="mid"/>
                  <dgm:param type="txAnchorVertCh" val="mid"/>
                </dgm:alg>
              </dgm:else>
            </dgm:choose>
            <dgm:choose name="Name10">
              <dgm:if name="Name11" axis="ch" ptType="node" func="cnt" op="gte" val="1">
                <dgm:shape xmlns:r="http://schemas.openxmlformats.org/officeDocument/2006/relationships" type="rect" r:blip="">
                  <dgm:adjLst/>
                </dgm:shape>
              </dgm:if>
              <dgm:else name="Name12">
                <dgm:shape xmlns:r="http://schemas.openxmlformats.org/officeDocument/2006/relationships" type="rect" r:blip="" hideGeom="1">
                  <dgm:adjLst/>
                </dgm:shape>
              </dgm:else>
            </dgm:choose>
            <dgm:choose name="Name13">
              <dgm:if name="Name14" axis="ch" ptType="node" func="cnt" op="gte" val="1">
                <dgm:presOf axis="des" ptType="node"/>
              </dgm:if>
              <dgm:else name="Name15">
                <dgm:presOf/>
              </dgm:else>
            </dgm:choose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Parent" styleLbl="revTx">
            <dgm:varLst>
              <dgm:chMax val="1"/>
              <dgm:chPref val="0"/>
              <dgm:bulletEnabled val="1"/>
            </dgm:varLst>
            <dgm:alg type="tx">
              <dgm:param type="shpTxLTRAlignCh" val="ctr"/>
              <dgm:param type="txAnchorVert" val="mid"/>
            </dgm:alg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FCD5339C-519D-4230-BF0C-1BF09A2FE2D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1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3982FE9-1227-454F-8FBE-5D49EEFEFD5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7C81BD1-78DD-4346-A058-9DF7404AC282}" type="datetime1">
              <a:rPr lang="ru-RU" noProof="1" smtClean="0"/>
              <a:t>03.03.2026</a:t>
            </a:fld>
            <a:endParaRPr lang="ru-RU" noProof="1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2C515AC-387D-4DC2-8066-2F960E15110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1"/>
          </a:p>
        </p:txBody>
      </p:sp>
      <p:sp>
        <p:nvSpPr>
          <p:cNvPr id="5" name="Номер слайда 4">
            <a:extLst>
              <a:ext uri="{FF2B5EF4-FFF2-40B4-BE49-F238E27FC236}">
                <a16:creationId xmlns:a16="http://schemas.microsoft.com/office/drawing/2014/main" id="{BCA55534-4B86-498E-A9D9-C98A3290DCE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D9C5148-8ED6-434E-BA59-EF48324382B2}" type="slidenum">
              <a:rPr lang="ru-RU" noProof="1" smtClean="0"/>
              <a:t>‹#›</a:t>
            </a:fld>
            <a:endParaRPr lang="ru-RU" noProof="1"/>
          </a:p>
        </p:txBody>
      </p:sp>
    </p:spTree>
    <p:extLst>
      <p:ext uri="{BB962C8B-B14F-4D97-AF65-F5344CB8AC3E}">
        <p14:creationId xmlns:p14="http://schemas.microsoft.com/office/powerpoint/2010/main" val="263899530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1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635290D6-ED25-48F8-862E-D6C23DB93553}" type="datetime1">
              <a:rPr lang="ru-RU" noProof="1" smtClean="0"/>
              <a:t>03.03.2026</a:t>
            </a:fld>
            <a:endParaRPr lang="ru-RU" noProof="1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1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  <a:p>
            <a:pPr lvl="1" rtl="0"/>
            <a:r>
              <a:rPr lang="ru-RU" noProof="1"/>
              <a:t>Второй уровень</a:t>
            </a:r>
          </a:p>
          <a:p>
            <a:pPr lvl="2" rtl="0"/>
            <a:r>
              <a:rPr lang="ru-RU" noProof="1"/>
              <a:t>Третий уровень</a:t>
            </a:r>
          </a:p>
          <a:p>
            <a:pPr lvl="3" rtl="0"/>
            <a:r>
              <a:rPr lang="ru-RU" noProof="1"/>
              <a:t>Четвертый уровень</a:t>
            </a:r>
          </a:p>
          <a:p>
            <a:pPr lvl="4" rtl="0"/>
            <a:r>
              <a:rPr lang="ru-RU" noProof="1"/>
              <a:t>Пятый уровень</a:t>
            </a:r>
          </a:p>
        </p:txBody>
      </p:sp>
      <p:sp>
        <p:nvSpPr>
          <p:cNvPr id="6" name="Нижний колонтитул 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1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ED33291-C0D9-4415-AEC4-F67D377A5ADC}" type="slidenum">
              <a:rPr lang="ru-RU" noProof="1" dirty="0" smtClean="0"/>
              <a:t>‹#›</a:t>
            </a:fld>
            <a:endParaRPr lang="ru-RU" noProof="1"/>
          </a:p>
        </p:txBody>
      </p:sp>
    </p:spTree>
    <p:extLst>
      <p:ext uri="{BB962C8B-B14F-4D97-AF65-F5344CB8AC3E}">
        <p14:creationId xmlns:p14="http://schemas.microsoft.com/office/powerpoint/2010/main" val="42903054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ED33291-C0D9-4415-AEC4-F67D377A5ADC}" type="slidenum">
              <a:rPr lang="ru-RU" noProof="1" smtClean="0"/>
              <a:t>1</a:t>
            </a:fld>
            <a:endParaRPr lang="ru-RU" noProof="1"/>
          </a:p>
        </p:txBody>
      </p:sp>
    </p:spTree>
    <p:extLst>
      <p:ext uri="{BB962C8B-B14F-4D97-AF65-F5344CB8AC3E}">
        <p14:creationId xmlns:p14="http://schemas.microsoft.com/office/powerpoint/2010/main" val="16736582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ED33291-C0D9-4415-AEC4-F67D377A5ADC}" type="slidenum">
              <a:rPr lang="ru-RU" noProof="1" smtClean="0"/>
              <a:t>2</a:t>
            </a:fld>
            <a:endParaRPr lang="ru-RU" noProof="1"/>
          </a:p>
        </p:txBody>
      </p:sp>
    </p:spTree>
    <p:extLst>
      <p:ext uri="{BB962C8B-B14F-4D97-AF65-F5344CB8AC3E}">
        <p14:creationId xmlns:p14="http://schemas.microsoft.com/office/powerpoint/2010/main" val="30103048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 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8" name="Прямоугольник 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Заголовок 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rtlCol="0"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pPr rtl="0"/>
            <a:r>
              <a:rPr lang="ru-RU" noProof="1"/>
              <a:t>Образец заголовка</a:t>
            </a:r>
          </a:p>
        </p:txBody>
      </p:sp>
      <p:sp>
        <p:nvSpPr>
          <p:cNvPr id="3" name="Подзаголовок 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ru-RU" noProof="1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79B869A-7DF7-4AFC-A083-05894D93ACA2}" type="datetime1">
              <a:rPr lang="ru-RU" noProof="1" smtClean="0"/>
              <a:t>03.03.2026</a:t>
            </a:fld>
            <a:endParaRPr lang="ru-RU" noProof="1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ru-RU" noProof="1" dirty="0" smtClean="0"/>
              <a:pPr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1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/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  <a:p>
            <a:pPr lvl="1" rtl="0"/>
            <a:r>
              <a:rPr lang="ru-RU" noProof="1"/>
              <a:t>Второй уровень</a:t>
            </a:r>
          </a:p>
          <a:p>
            <a:pPr lvl="2" rtl="0"/>
            <a:r>
              <a:rPr lang="ru-RU" noProof="1"/>
              <a:t>Третий уровень</a:t>
            </a:r>
          </a:p>
          <a:p>
            <a:pPr lvl="3" rtl="0"/>
            <a:r>
              <a:rPr lang="ru-RU" noProof="1"/>
              <a:t>Четвертый уровень</a:t>
            </a:r>
          </a:p>
          <a:p>
            <a:pPr lvl="4" rtl="0"/>
            <a:r>
              <a:rPr lang="ru-RU" noProof="1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C23351C-68D9-42D5-9EC3-F1B8AA605711}" type="datetime1">
              <a:rPr lang="ru-RU" noProof="1" smtClean="0"/>
              <a:t>03.03.2026</a:t>
            </a:fld>
            <a:endParaRPr lang="ru-RU" noProof="1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ru-RU" noProof="1" dirty="0" smtClean="0"/>
              <a:pPr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rtlCol="0"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r>
              <a:rPr lang="ru-RU" noProof="1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3886200" y="4672584"/>
            <a:ext cx="7315200" cy="914400"/>
          </a:xfrm>
        </p:spPr>
        <p:txBody>
          <a:bodyPr rtlCol="0"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F30139D-AB25-4299-BB33-F53BF6513706}" type="datetime1">
              <a:rPr lang="ru-RU" noProof="1" smtClean="0"/>
              <a:t>03.03.2026</a:t>
            </a:fld>
            <a:endParaRPr lang="ru-RU" noProof="1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ru-RU" noProof="1" dirty="0" smtClean="0"/>
              <a:pPr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 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1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 hasCustomPrompt="1"/>
          </p:nvPr>
        </p:nvSpPr>
        <p:spPr>
          <a:xfrm>
            <a:off x="3867912" y="868680"/>
            <a:ext cx="3474720" cy="5120640"/>
          </a:xfrm>
        </p:spPr>
        <p:txBody>
          <a:bodyPr rtlCol="0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  <a:p>
            <a:pPr lvl="1" rtl="0"/>
            <a:r>
              <a:rPr lang="ru-RU" noProof="1"/>
              <a:t>Второй уровень</a:t>
            </a:r>
          </a:p>
          <a:p>
            <a:pPr lvl="2" rtl="0"/>
            <a:r>
              <a:rPr lang="ru-RU" noProof="1"/>
              <a:t>Третий уровень</a:t>
            </a:r>
          </a:p>
          <a:p>
            <a:pPr lvl="3" rtl="0"/>
            <a:r>
              <a:rPr lang="ru-RU" noProof="1"/>
              <a:t>Четвертый уровень</a:t>
            </a:r>
          </a:p>
          <a:p>
            <a:pPr lvl="4" rtl="0"/>
            <a:r>
              <a:rPr lang="ru-RU" noProof="1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 hasCustomPrompt="1"/>
          </p:nvPr>
        </p:nvSpPr>
        <p:spPr>
          <a:xfrm>
            <a:off x="7818120" y="868680"/>
            <a:ext cx="3474720" cy="5120640"/>
          </a:xfrm>
        </p:spPr>
        <p:txBody>
          <a:bodyPr rtlCol="0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  <a:p>
            <a:pPr lvl="1" rtl="0"/>
            <a:r>
              <a:rPr lang="ru-RU" noProof="1"/>
              <a:t>Второй уровень</a:t>
            </a:r>
          </a:p>
          <a:p>
            <a:pPr lvl="2" rtl="0"/>
            <a:r>
              <a:rPr lang="ru-RU" noProof="1"/>
              <a:t>Третий уровень</a:t>
            </a:r>
          </a:p>
          <a:p>
            <a:pPr lvl="3" rtl="0"/>
            <a:r>
              <a:rPr lang="ru-RU" noProof="1"/>
              <a:t>Четвертый уровень</a:t>
            </a:r>
          </a:p>
          <a:p>
            <a:pPr lvl="4" rtl="0"/>
            <a:r>
              <a:rPr lang="ru-RU" noProof="1"/>
              <a:t>Пятый уровень</a:t>
            </a:r>
          </a:p>
        </p:txBody>
      </p:sp>
      <p:sp>
        <p:nvSpPr>
          <p:cNvPr id="8" name="Дата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FC344B3-D503-4D44-B02D-209738ECE0BB}" type="datetime1">
              <a:rPr lang="ru-RU" noProof="1" smtClean="0"/>
              <a:t>03.03.2026</a:t>
            </a:fld>
            <a:endParaRPr lang="ru-RU" noProof="1"/>
          </a:p>
        </p:txBody>
      </p:sp>
      <p:sp>
        <p:nvSpPr>
          <p:cNvPr id="9" name="Нижний колонтитул 8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10" name="Номер слайда 9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ru-RU" noProof="1" dirty="0" smtClean="0"/>
              <a:pPr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 9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1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3867912" y="1023586"/>
            <a:ext cx="3474720" cy="807720"/>
          </a:xfrm>
        </p:spPr>
        <p:txBody>
          <a:bodyPr rtlCol="0"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 hasCustomPrompt="1"/>
          </p:nvPr>
        </p:nvSpPr>
        <p:spPr>
          <a:xfrm>
            <a:off x="3867912" y="1930936"/>
            <a:ext cx="3474720" cy="4023360"/>
          </a:xfrm>
        </p:spPr>
        <p:txBody>
          <a:bodyPr rtlCol="0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  <a:p>
            <a:pPr lvl="1" rtl="0"/>
            <a:r>
              <a:rPr lang="ru-RU" noProof="1"/>
              <a:t>Второй уровень</a:t>
            </a:r>
          </a:p>
          <a:p>
            <a:pPr lvl="2" rtl="0"/>
            <a:r>
              <a:rPr lang="ru-RU" noProof="1"/>
              <a:t>Третий уровень</a:t>
            </a:r>
          </a:p>
          <a:p>
            <a:pPr lvl="3" rtl="0"/>
            <a:r>
              <a:rPr lang="ru-RU" noProof="1"/>
              <a:t>Четвертый уровень</a:t>
            </a:r>
          </a:p>
          <a:p>
            <a:pPr lvl="4" rtl="0"/>
            <a:r>
              <a:rPr lang="ru-RU" noProof="1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 hasCustomPrompt="1"/>
          </p:nvPr>
        </p:nvSpPr>
        <p:spPr>
          <a:xfrm>
            <a:off x="7818463" y="1023586"/>
            <a:ext cx="3474720" cy="813171"/>
          </a:xfrm>
        </p:spPr>
        <p:txBody>
          <a:bodyPr rtlCol="0"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 hasCustomPrompt="1"/>
          </p:nvPr>
        </p:nvSpPr>
        <p:spPr>
          <a:xfrm>
            <a:off x="7818463" y="1930936"/>
            <a:ext cx="3474720" cy="4023360"/>
          </a:xfrm>
        </p:spPr>
        <p:txBody>
          <a:bodyPr rtlCol="0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  <a:p>
            <a:pPr lvl="1" rtl="0"/>
            <a:r>
              <a:rPr lang="ru-RU" noProof="1"/>
              <a:t>Второй уровень</a:t>
            </a:r>
          </a:p>
          <a:p>
            <a:pPr lvl="2" rtl="0"/>
            <a:r>
              <a:rPr lang="ru-RU" noProof="1"/>
              <a:t>Третий уровень</a:t>
            </a:r>
          </a:p>
          <a:p>
            <a:pPr lvl="3" rtl="0"/>
            <a:r>
              <a:rPr lang="ru-RU" noProof="1"/>
              <a:t>Четвертый уровень</a:t>
            </a:r>
          </a:p>
          <a:p>
            <a:pPr lvl="4" rtl="0"/>
            <a:r>
              <a:rPr lang="ru-RU" noProof="1"/>
              <a:t>Пятый уровень</a:t>
            </a:r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85DA753-2F52-4199-8B70-6811C82AEE0F}" type="datetime1">
              <a:rPr lang="ru-RU" noProof="1" smtClean="0"/>
              <a:t>03.03.2026</a:t>
            </a:fld>
            <a:endParaRPr lang="ru-RU" noProof="1"/>
          </a:p>
        </p:txBody>
      </p:sp>
      <p:sp>
        <p:nvSpPr>
          <p:cNvPr id="11" name="Нижний колонтитул 10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12" name="Номер слайда 11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ru-RU" noProof="1" dirty="0" smtClean="0"/>
              <a:pPr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1"/>
              <a:t>Образец заголовка</a:t>
            </a:r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0D9CDEF-9B32-433C-B01A-D5B73FC8BB29}" type="datetime1">
              <a:rPr lang="ru-RU" noProof="1" smtClean="0"/>
              <a:t>03.03.2026</a:t>
            </a:fld>
            <a:endParaRPr lang="ru-RU" noProof="1"/>
          </a:p>
        </p:txBody>
      </p:sp>
      <p:sp>
        <p:nvSpPr>
          <p:cNvPr id="7" name="Нижний колонтитул 6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8" name="Номер слайда 7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ru-RU" noProof="1" dirty="0" smtClean="0"/>
              <a:pPr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DC1667C-2573-4637-AB7E-C51A89CA1003}" type="datetime1">
              <a:rPr lang="ru-RU" noProof="1" smtClean="0"/>
              <a:t>03.03.2026</a:t>
            </a:fld>
            <a:endParaRPr lang="ru-RU" noProof="1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ru-RU" noProof="1" dirty="0" smtClean="0"/>
              <a:pPr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rtlCol="0" anchor="b">
            <a:normAutofit/>
          </a:bodyPr>
          <a:lstStyle>
            <a:lvl1pPr>
              <a:defRPr sz="3200" b="0" baseline="0"/>
            </a:lvl1pPr>
          </a:lstStyle>
          <a:p>
            <a:pPr rtl="0"/>
            <a:r>
              <a:rPr lang="ru-RU" noProof="1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 hasCustomPrompt="1"/>
          </p:nvPr>
        </p:nvSpPr>
        <p:spPr>
          <a:xfrm>
            <a:off x="3867912" y="868680"/>
            <a:ext cx="7315200" cy="5120640"/>
          </a:xfrm>
        </p:spPr>
        <p:txBody>
          <a:bodyPr rtlCol="0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  <a:p>
            <a:pPr lvl="1" rtl="0"/>
            <a:r>
              <a:rPr lang="ru-RU" noProof="1"/>
              <a:t>Второй уровень</a:t>
            </a:r>
          </a:p>
          <a:p>
            <a:pPr lvl="2" rtl="0"/>
            <a:r>
              <a:rPr lang="ru-RU" noProof="1"/>
              <a:t>Третий уровень</a:t>
            </a:r>
          </a:p>
          <a:p>
            <a:pPr lvl="3" rtl="0"/>
            <a:r>
              <a:rPr lang="ru-RU" noProof="1"/>
              <a:t>Четвертый уровень</a:t>
            </a:r>
          </a:p>
          <a:p>
            <a:pPr lvl="4" rtl="0"/>
            <a:r>
              <a:rPr lang="ru-RU" noProof="1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 hasCustomPrompt="1"/>
          </p:nvPr>
        </p:nvSpPr>
        <p:spPr>
          <a:xfrm>
            <a:off x="256032" y="3494176"/>
            <a:ext cx="2834640" cy="2321990"/>
          </a:xfrm>
        </p:spPr>
        <p:txBody>
          <a:bodyPr rtlCol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</p:txBody>
      </p:sp>
      <p:sp>
        <p:nvSpPr>
          <p:cNvPr id="8" name="Дата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8FB90F9-28BD-4A39-8DC4-C668CC79E405}" type="datetime1">
              <a:rPr lang="ru-RU" noProof="1" smtClean="0"/>
              <a:t>03.03.2026</a:t>
            </a:fld>
            <a:endParaRPr lang="ru-RU" noProof="1"/>
          </a:p>
        </p:txBody>
      </p:sp>
      <p:sp>
        <p:nvSpPr>
          <p:cNvPr id="9" name="Нижний колонтитул 8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10" name="Номер слайда 9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ru-RU" noProof="1" dirty="0" smtClean="0"/>
              <a:pPr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rtlCol="0" anchor="b">
            <a:normAutofit/>
          </a:bodyPr>
          <a:lstStyle>
            <a:lvl1pPr>
              <a:defRPr sz="3200" b="0"/>
            </a:lvl1pPr>
          </a:lstStyle>
          <a:p>
            <a:pPr rtl="0"/>
            <a:r>
              <a:rPr lang="ru-RU" noProof="1"/>
              <a:t>Образец заголовка</a:t>
            </a:r>
          </a:p>
        </p:txBody>
      </p:sp>
      <p:sp>
        <p:nvSpPr>
          <p:cNvPr id="3" name="Рисунок 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ru-RU" noProof="1"/>
              <a:t>Щелкните значок, чтобы добавить изображение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 hasCustomPrompt="1"/>
          </p:nvPr>
        </p:nvSpPr>
        <p:spPr>
          <a:xfrm>
            <a:off x="256032" y="3493008"/>
            <a:ext cx="2834640" cy="2322576"/>
          </a:xfrm>
        </p:spPr>
        <p:txBody>
          <a:bodyPr rtlCol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</p:txBody>
      </p:sp>
      <p:sp>
        <p:nvSpPr>
          <p:cNvPr id="8" name="Дата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5B6BC9F-46C3-4D61-A6C1-65980DF182CD}" type="datetime1">
              <a:rPr lang="ru-RU" noProof="1" smtClean="0"/>
              <a:t>03.03.2026</a:t>
            </a:fld>
            <a:endParaRPr lang="ru-RU" noProof="1"/>
          </a:p>
        </p:txBody>
      </p:sp>
      <p:sp>
        <p:nvSpPr>
          <p:cNvPr id="9" name="Нижний колонтитул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10" name="Номер слайда 9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ru-RU" noProof="1" dirty="0" smtClean="0"/>
              <a:pPr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1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/>
          <a:lstStyle/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  <a:p>
            <a:pPr lvl="1" rtl="0"/>
            <a:r>
              <a:rPr lang="ru-RU" noProof="1"/>
              <a:t>Второй уровень</a:t>
            </a:r>
          </a:p>
          <a:p>
            <a:pPr lvl="2" rtl="0"/>
            <a:r>
              <a:rPr lang="ru-RU" noProof="1"/>
              <a:t>Третий уровень</a:t>
            </a:r>
          </a:p>
          <a:p>
            <a:pPr lvl="3" rtl="0"/>
            <a:r>
              <a:rPr lang="ru-RU" noProof="1"/>
              <a:t>Четвертый уровень</a:t>
            </a:r>
          </a:p>
          <a:p>
            <a:pPr lvl="4" rtl="0"/>
            <a:r>
              <a:rPr lang="ru-RU" noProof="1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D4789FC-84AC-4768-84E4-BD43459B36C5}" type="datetime1">
              <a:rPr lang="ru-RU" noProof="1" smtClean="0"/>
              <a:t>03.03.2026</a:t>
            </a:fld>
            <a:endParaRPr lang="ru-RU" noProof="1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9" name="Номер слайда 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ru-RU" noProof="1" dirty="0" smtClean="0"/>
              <a:pPr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 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 rtlCol="0"/>
          <a:lstStyle/>
          <a:p>
            <a:pPr rtl="0"/>
            <a:r>
              <a:rPr lang="ru-RU" noProof="1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 hasCustomPrompt="1"/>
          </p:nvPr>
        </p:nvSpPr>
        <p:spPr>
          <a:xfrm>
            <a:off x="3867912" y="868680"/>
            <a:ext cx="7315200" cy="5120640"/>
          </a:xfrm>
        </p:spPr>
        <p:txBody>
          <a:bodyPr vert="eaVert" rtlCol="0" anchor="t"/>
          <a:lstStyle/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  <a:p>
            <a:pPr lvl="1" rtl="0"/>
            <a:r>
              <a:rPr lang="ru-RU" noProof="1"/>
              <a:t>Второй уровень</a:t>
            </a:r>
          </a:p>
          <a:p>
            <a:pPr lvl="2" rtl="0"/>
            <a:r>
              <a:rPr lang="ru-RU" noProof="1"/>
              <a:t>Третий уровень</a:t>
            </a:r>
          </a:p>
          <a:p>
            <a:pPr lvl="3" rtl="0"/>
            <a:r>
              <a:rPr lang="ru-RU" noProof="1"/>
              <a:t>Четвертый уровень</a:t>
            </a:r>
          </a:p>
          <a:p>
            <a:pPr lvl="4" rtl="0"/>
            <a:r>
              <a:rPr lang="ru-RU" noProof="1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BE00FC1-CF7B-4659-9A4B-7F12C0281335}" type="datetime1">
              <a:rPr lang="ru-RU" noProof="1" smtClean="0"/>
              <a:t>03.03.2026</a:t>
            </a:fld>
            <a:endParaRPr lang="ru-RU" noProof="1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9" name="Номер слайда 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ru-RU" noProof="1" dirty="0" smtClean="0"/>
              <a:pPr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ru-RU" noProof="1"/>
              <a:t>Образец заголовка</a:t>
            </a:r>
          </a:p>
        </p:txBody>
      </p:sp>
      <p:sp>
        <p:nvSpPr>
          <p:cNvPr id="38" name="Прямоугольник 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  <a:p>
            <a:pPr lvl="1" rtl="0"/>
            <a:r>
              <a:rPr lang="ru-RU" noProof="1"/>
              <a:t>Второй уровень</a:t>
            </a:r>
          </a:p>
          <a:p>
            <a:pPr lvl="2" rtl="0"/>
            <a:r>
              <a:rPr lang="ru-RU" noProof="1"/>
              <a:t>Третий уровень</a:t>
            </a:r>
          </a:p>
          <a:p>
            <a:pPr lvl="3" rtl="0"/>
            <a:r>
              <a:rPr lang="ru-RU" noProof="1"/>
              <a:t>Четвертый уровень</a:t>
            </a:r>
          </a:p>
          <a:p>
            <a:pPr lvl="4" rtl="0"/>
            <a:r>
              <a:rPr lang="ru-RU" noProof="1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rtl="0"/>
            <a:fld id="{73E829C1-6644-43E0-BEFE-9CBC3591CACE}" type="datetime1">
              <a:rPr lang="ru-RU" noProof="1" smtClean="0"/>
              <a:t>03.03.2026</a:t>
            </a:fld>
            <a:endParaRPr lang="ru-RU" noProof="1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rtl="0"/>
            <a:endParaRPr lang="ru-RU" noProof="1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pPr rtl="0"/>
            <a:fld id="{4FAB73BC-B049-4115-A692-8D63A059BFB8}" type="slidenum">
              <a:rPr lang="ru-RU" noProof="1" dirty="0" smtClean="0"/>
              <a:pPr/>
              <a:t>‹#›</a:t>
            </a:fld>
            <a:endParaRPr lang="ru-RU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diagramLayout" Target="../diagrams/layout2.xml"/><Relationship Id="rId7" Type="http://schemas.openxmlformats.org/officeDocument/2006/relationships/image" Target="../media/image13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hyperlink" Target="mailto:k142@mail.ru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Прямоугольник 18">
            <a:extLst>
              <a:ext uri="{FF2B5EF4-FFF2-40B4-BE49-F238E27FC236}">
                <a16:creationId xmlns:a16="http://schemas.microsoft.com/office/drawing/2014/main" id="{9FDD9264-A478-4B82-A891-2BEA8BF9F6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1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02A32A9-E857-46CE-8AA3-D318B7D646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926" r="9092" b="20447"/>
          <a:stretch/>
        </p:blipFill>
        <p:spPr>
          <a:xfrm>
            <a:off x="20" y="-1"/>
            <a:ext cx="12188932" cy="6858000"/>
          </a:xfrm>
          <a:prstGeom prst="rect">
            <a:avLst/>
          </a:prstGeom>
        </p:spPr>
      </p:pic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C4D755E9-CEF5-43A7-A514-4664F25F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61999"/>
            <a:ext cx="4642228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BAEEE6-69AA-4811-8D2B-F84F74D46B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7" y="1298448"/>
            <a:ext cx="3685070" cy="3255264"/>
          </a:xfrm>
        </p:spPr>
        <p:txBody>
          <a:bodyPr rtlCol="0">
            <a:normAutofit/>
          </a:bodyPr>
          <a:lstStyle/>
          <a:p>
            <a:r>
              <a:rPr lang="en-US" sz="4400" noProof="1"/>
              <a:t>LLM-</a:t>
            </a:r>
            <a:r>
              <a:rPr lang="ru-RU" sz="4400" noProof="1"/>
              <a:t>агент юридического ассистента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721F547-2086-4D47-BB8F-44FA940064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7" y="4670246"/>
            <a:ext cx="3685069" cy="914400"/>
          </a:xfrm>
        </p:spPr>
        <p:txBody>
          <a:bodyPr rtlCol="0">
            <a:normAutofit/>
          </a:bodyPr>
          <a:lstStyle/>
          <a:p>
            <a:pPr rtl="0"/>
            <a:r>
              <a:rPr lang="ru-RU" noProof="1"/>
              <a:t>Выпускная квалификационная работа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2BF879CD-ED15-450F-B829-699C694D2E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8A6462-2DA8-8E61-52AC-51B452D86F97}"/>
              </a:ext>
            </a:extLst>
          </p:cNvPr>
          <p:cNvSpPr txBox="1"/>
          <p:nvPr/>
        </p:nvSpPr>
        <p:spPr>
          <a:xfrm>
            <a:off x="7063136" y="758952"/>
            <a:ext cx="443903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Школа глубокого обучения ФПМИ МФТИ</a:t>
            </a:r>
          </a:p>
          <a:p>
            <a:br>
              <a:rPr lang="ru-RU" dirty="0"/>
            </a:b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D934A2-4EDC-CBCB-3E5D-FFF14A84243B}"/>
              </a:ext>
            </a:extLst>
          </p:cNvPr>
          <p:cNvSpPr txBox="1"/>
          <p:nvPr/>
        </p:nvSpPr>
        <p:spPr>
          <a:xfrm>
            <a:off x="6680060" y="5729716"/>
            <a:ext cx="3659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rtl="0">
              <a:defRPr lang="ru-ru"/>
            </a:defPPr>
            <a:lvl1pPr>
              <a:defRPr b="1"/>
            </a:lvl1pPr>
          </a:lstStyle>
          <a:p>
            <a:r>
              <a:rPr lang="ru-RU" dirty="0"/>
              <a:t>Разработчик: </a:t>
            </a:r>
            <a:r>
              <a:rPr lang="ru-RU" dirty="0" err="1"/>
              <a:t>Клянчин</a:t>
            </a:r>
            <a:r>
              <a:rPr lang="ru-RU" dirty="0"/>
              <a:t> Александр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F8A2332-3A48-F784-905A-A7F1FA753E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680059" y="1268730"/>
            <a:ext cx="4760335" cy="2300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B17CD86-B525-0D41-B24C-C9B642D309FB}"/>
              </a:ext>
            </a:extLst>
          </p:cNvPr>
          <p:cNvSpPr txBox="1"/>
          <p:nvPr/>
        </p:nvSpPr>
        <p:spPr>
          <a:xfrm>
            <a:off x="7063136" y="4369046"/>
            <a:ext cx="39106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Deep Learning (семестр 2, </a:t>
            </a:r>
            <a:r>
              <a:rPr lang="en-US" dirty="0" err="1"/>
              <a:t>осень</a:t>
            </a:r>
            <a:r>
              <a:rPr lang="en-US" dirty="0"/>
              <a:t> 2025)</a:t>
            </a:r>
            <a:br>
              <a:rPr lang="ru-RU" dirty="0"/>
            </a:br>
            <a:r>
              <a:rPr lang="en-US" dirty="0"/>
              <a:t>NLP</a:t>
            </a:r>
          </a:p>
        </p:txBody>
      </p:sp>
    </p:spTree>
    <p:extLst>
      <p:ext uri="{BB962C8B-B14F-4D97-AF65-F5344CB8AC3E}">
        <p14:creationId xmlns:p14="http://schemas.microsoft.com/office/powerpoint/2010/main" val="3550316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8CDA4B-87D0-4FE2-A8F4-C2D880134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</p:spPr>
        <p:txBody>
          <a:bodyPr rtlCol="0">
            <a:normAutofit/>
          </a:bodyPr>
          <a:lstStyle/>
          <a:p>
            <a:r>
              <a:rPr lang="ru-RU" noProof="1"/>
              <a:t>План</a:t>
            </a:r>
          </a:p>
        </p:txBody>
      </p:sp>
      <p:graphicFrame>
        <p:nvGraphicFramePr>
          <p:cNvPr id="5" name="Объект 2" descr="Список круглых значков с подписями SmartArt&#10;">
            <a:extLst>
              <a:ext uri="{FF2B5EF4-FFF2-40B4-BE49-F238E27FC236}">
                <a16:creationId xmlns:a16="http://schemas.microsoft.com/office/drawing/2014/main" id="{E1EF02BC-E474-418D-9FE3-2442600B9F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680405"/>
              </p:ext>
            </p:extLst>
          </p:nvPr>
        </p:nvGraphicFramePr>
        <p:xfrm>
          <a:off x="3759896" y="885459"/>
          <a:ext cx="7728267" cy="5087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34271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FE81F5-8BD0-1620-267E-8BF906185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Проблематика</a:t>
            </a:r>
            <a:br>
              <a:rPr lang="ru-RU" sz="3200" dirty="0"/>
            </a:br>
            <a:endParaRPr lang="ru-RU" sz="32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665FCDD-32E1-36C3-066D-24B1DA6BC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Представим обычную ситуацию.</a:t>
            </a:r>
            <a:br>
              <a:rPr lang="ru-RU" dirty="0"/>
            </a:br>
            <a:r>
              <a:rPr lang="ru-RU" dirty="0"/>
              <a:t>Собственник квартиры получает </a:t>
            </a:r>
            <a:r>
              <a:rPr lang="ru-RU" b="1" dirty="0"/>
              <a:t>платёжку от управляющей компании </a:t>
            </a:r>
            <a:r>
              <a:rPr lang="ru-RU" dirty="0"/>
              <a:t>и считает, что начисления незаконны. Он открывает закон — там десятки статей. Смотрит судебную практику — решения противоречивы. Пытается найти разъяснения — редакции норм менялись несколько раз.</a:t>
            </a:r>
          </a:p>
          <a:p>
            <a:r>
              <a:rPr lang="ru-RU" dirty="0"/>
              <a:t>Он задаёт вопрос LLM.</a:t>
            </a:r>
          </a:p>
          <a:p>
            <a:r>
              <a:rPr lang="ru-RU" dirty="0"/>
              <a:t>Модель уверенно отвечает. Ссылается на статью. Приводит формулировку. Но не уточняет редакцию. Не проверяет, утратила ли норма силу. И не анализирует судебную практику в контексте конкретной ситуации.</a:t>
            </a:r>
          </a:p>
          <a:p>
            <a:r>
              <a:rPr lang="ru-RU" b="1" dirty="0"/>
              <a:t>Ответ звучит убедительно — но юридически может быть ошибочным.</a:t>
            </a:r>
          </a:p>
          <a:p>
            <a:r>
              <a:rPr lang="ru-RU" dirty="0"/>
              <a:t>Возникает ключевой вопрос:</a:t>
            </a:r>
            <a:br>
              <a:rPr lang="ru-RU" dirty="0"/>
            </a:br>
            <a:r>
              <a:rPr lang="ru-RU" i="1" dirty="0"/>
              <a:t>можно ли превратить языковую модель из «уверенного рассказчика» в управляемого юридического аналитика, который сам понимает, когда ему нужно искать, уточнять и перепроверять?</a:t>
            </a:r>
          </a:p>
          <a:p>
            <a:r>
              <a:rPr lang="ru-RU" dirty="0"/>
              <a:t>Именно эту задачу решает предлагаемая архитектура LLM-агента с </a:t>
            </a:r>
            <a:r>
              <a:rPr lang="ru-RU" dirty="0" err="1"/>
              <a:t>Recursive</a:t>
            </a:r>
            <a:r>
              <a:rPr lang="ru-RU" dirty="0"/>
              <a:t> RAG.</a:t>
            </a: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C1C44FD6-8409-1660-77CA-F7BBF8BF71CD}"/>
              </a:ext>
            </a:extLst>
          </p:cNvPr>
          <p:cNvSpPr/>
          <p:nvPr/>
        </p:nvSpPr>
        <p:spPr>
          <a:xfrm>
            <a:off x="252919" y="1123837"/>
            <a:ext cx="1041169" cy="1041169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6" name="Прямоугольник 5" descr="Вопросы">
            <a:extLst>
              <a:ext uri="{FF2B5EF4-FFF2-40B4-BE49-F238E27FC236}">
                <a16:creationId xmlns:a16="http://schemas.microsoft.com/office/drawing/2014/main" id="{E3B0F1A9-DBC2-DE1C-AA3B-B5F3A6F8D0D2}"/>
              </a:ext>
            </a:extLst>
          </p:cNvPr>
          <p:cNvSpPr/>
          <p:nvPr/>
        </p:nvSpPr>
        <p:spPr>
          <a:xfrm>
            <a:off x="474807" y="1345726"/>
            <a:ext cx="597392" cy="597392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bg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ru-RU"/>
          </a:p>
        </p:txBody>
      </p:sp>
      <p:pic>
        <p:nvPicPr>
          <p:cNvPr id="8" name="Рисунок 7" descr="Изображение выглядит как текст, диаграмма, Параллельный, че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F256804-C093-D5C8-A208-57FA47AC49C4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6646" y="3755261"/>
            <a:ext cx="3020027" cy="2118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5644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A1FA8-29C1-5FC8-66C1-8118DD9F1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9968A9-9E39-97A8-7597-3192BC633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Проблематика</a:t>
            </a:r>
            <a:br>
              <a:rPr lang="ru-RU" sz="3200" dirty="0"/>
            </a:br>
            <a:endParaRPr lang="ru-RU" sz="32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87EF33E-4C82-CEAE-BFCD-2B996D8137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Юридические вопросы требуют анализа:</a:t>
            </a:r>
          </a:p>
          <a:p>
            <a:pPr lvl="1"/>
            <a:r>
              <a:rPr lang="ru-RU" dirty="0"/>
              <a:t>нормативных актов</a:t>
            </a:r>
          </a:p>
          <a:p>
            <a:pPr lvl="1"/>
            <a:r>
              <a:rPr lang="ru-RU" dirty="0"/>
              <a:t>судебной практики</a:t>
            </a:r>
          </a:p>
          <a:p>
            <a:pPr lvl="1"/>
            <a:r>
              <a:rPr lang="ru-RU" dirty="0"/>
              <a:t>редакций норм</a:t>
            </a:r>
          </a:p>
          <a:p>
            <a:r>
              <a:rPr lang="ru-RU" dirty="0"/>
              <a:t>Классические LLM:</a:t>
            </a:r>
          </a:p>
          <a:p>
            <a:pPr lvl="1"/>
            <a:r>
              <a:rPr lang="ru-RU" dirty="0"/>
              <a:t>галлюцинируют</a:t>
            </a:r>
          </a:p>
          <a:p>
            <a:pPr lvl="1"/>
            <a:r>
              <a:rPr lang="ru-RU" dirty="0"/>
              <a:t>не проверяют актуальность</a:t>
            </a:r>
          </a:p>
          <a:p>
            <a:pPr lvl="1"/>
            <a:r>
              <a:rPr lang="ru-RU" dirty="0"/>
              <a:t>не управляют поиском</a:t>
            </a:r>
          </a:p>
          <a:p>
            <a:r>
              <a:rPr lang="ru-RU" b="1" dirty="0"/>
              <a:t>Проблема:</a:t>
            </a:r>
            <a:r>
              <a:rPr lang="ru-RU" dirty="0"/>
              <a:t> как построить управляемого юридического LLM-агента?</a:t>
            </a: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7A080EAE-97A0-F0F7-55A6-8082D904C10C}"/>
              </a:ext>
            </a:extLst>
          </p:cNvPr>
          <p:cNvSpPr/>
          <p:nvPr/>
        </p:nvSpPr>
        <p:spPr>
          <a:xfrm>
            <a:off x="252919" y="1123837"/>
            <a:ext cx="1041169" cy="1041169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6" name="Прямоугольник 5" descr="Вопросы">
            <a:extLst>
              <a:ext uri="{FF2B5EF4-FFF2-40B4-BE49-F238E27FC236}">
                <a16:creationId xmlns:a16="http://schemas.microsoft.com/office/drawing/2014/main" id="{F7006DA5-5E8E-BAB8-D242-51DC489F4F1F}"/>
              </a:ext>
            </a:extLst>
          </p:cNvPr>
          <p:cNvSpPr/>
          <p:nvPr/>
        </p:nvSpPr>
        <p:spPr>
          <a:xfrm>
            <a:off x="474807" y="1345726"/>
            <a:ext cx="597392" cy="597392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bg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ru-RU"/>
          </a:p>
        </p:txBody>
      </p:sp>
      <p:pic>
        <p:nvPicPr>
          <p:cNvPr id="2050" name="Picture 2" descr="Онлайн консультации юриста">
            <a:extLst>
              <a:ext uri="{FF2B5EF4-FFF2-40B4-BE49-F238E27FC236}">
                <a16:creationId xmlns:a16="http://schemas.microsoft.com/office/drawing/2014/main" id="{2C4E7D8B-0E43-D2EA-CC75-8E417FA254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36185" y="4257576"/>
            <a:ext cx="3142946" cy="1689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09842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9FC7B1-9783-AFC2-BAA5-A11B0A193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Постановка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F2C617-9244-7297-7E05-D3DC65F505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Цель:</a:t>
            </a:r>
            <a:r>
              <a:rPr lang="ru-RU" dirty="0"/>
              <a:t> реализовать прототип юридического LLM-агента с рекурсивным RAG.</a:t>
            </a:r>
          </a:p>
          <a:p>
            <a:r>
              <a:rPr lang="ru-RU" b="1" dirty="0"/>
              <a:t>Ключевая особенность:</a:t>
            </a:r>
            <a:br>
              <a:rPr lang="ru-RU" dirty="0"/>
            </a:br>
            <a:r>
              <a:rPr lang="ru-RU" dirty="0"/>
              <a:t>LLM выступает как управляющий агент, принимающий решения:</a:t>
            </a:r>
          </a:p>
          <a:p>
            <a:r>
              <a:rPr lang="ru-RU" dirty="0"/>
              <a:t>запускать ли </a:t>
            </a:r>
            <a:r>
              <a:rPr lang="ru-RU" dirty="0" err="1"/>
              <a:t>retrieval</a:t>
            </a:r>
            <a:r>
              <a:rPr lang="ru-RU" dirty="0"/>
              <a:t>;</a:t>
            </a:r>
          </a:p>
          <a:p>
            <a:r>
              <a:rPr lang="ru-RU" dirty="0"/>
              <a:t>повторять ли поиск;</a:t>
            </a:r>
          </a:p>
          <a:p>
            <a:r>
              <a:rPr lang="ru-RU" dirty="0"/>
              <a:t>завершать ли анализ.</a:t>
            </a:r>
          </a:p>
          <a:p>
            <a:r>
              <a:rPr lang="ru-RU" dirty="0"/>
              <a:t>запросить ли информацию у пользователя</a:t>
            </a:r>
          </a:p>
        </p:txBody>
      </p:sp>
      <p:sp>
        <p:nvSpPr>
          <p:cNvPr id="4" name="Овал 3">
            <a:extLst>
              <a:ext uri="{FF2B5EF4-FFF2-40B4-BE49-F238E27FC236}">
                <a16:creationId xmlns:a16="http://schemas.microsoft.com/office/drawing/2014/main" id="{BAFDEF39-F951-EFB3-C475-A771C25B7026}"/>
              </a:ext>
            </a:extLst>
          </p:cNvPr>
          <p:cNvSpPr/>
          <p:nvPr/>
        </p:nvSpPr>
        <p:spPr>
          <a:xfrm>
            <a:off x="252919" y="1132980"/>
            <a:ext cx="1041169" cy="1041169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5" name="Прямоугольник 4" descr="First aid kit">
            <a:extLst>
              <a:ext uri="{FF2B5EF4-FFF2-40B4-BE49-F238E27FC236}">
                <a16:creationId xmlns:a16="http://schemas.microsoft.com/office/drawing/2014/main" id="{7EE84E0B-D356-8CCE-4399-9985F790EC88}"/>
              </a:ext>
            </a:extLst>
          </p:cNvPr>
          <p:cNvSpPr/>
          <p:nvPr/>
        </p:nvSpPr>
        <p:spPr>
          <a:xfrm>
            <a:off x="474808" y="1354869"/>
            <a:ext cx="597392" cy="597392"/>
          </a:xfrm>
          <a:prstGeom prst="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bg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7485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 descr="Изображение выглядит как текст, диаграмма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A0B1426-A887-F5BA-168B-A72F1BCF9FE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81101" y="-9723"/>
            <a:ext cx="4972234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F36A1B-4F87-435F-3878-796FC4ACB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Архитектура решения</a:t>
            </a:r>
            <a:br>
              <a:rPr lang="ru-RU" b="1" noProof="1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BA5858-709F-59AD-7766-D981725832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State </a:t>
            </a:r>
            <a:r>
              <a:rPr lang="ru-RU" dirty="0" err="1"/>
              <a:t>machine</a:t>
            </a:r>
            <a:r>
              <a:rPr lang="ru-RU" dirty="0"/>
              <a:t> (</a:t>
            </a:r>
            <a:r>
              <a:rPr lang="ru-RU" dirty="0" err="1"/>
              <a:t>LangGraph</a:t>
            </a:r>
            <a:r>
              <a:rPr lang="ru-RU" dirty="0"/>
              <a:t>)</a:t>
            </a:r>
          </a:p>
          <a:p>
            <a:r>
              <a:rPr lang="ru-RU" dirty="0"/>
              <a:t>Управляющий агент</a:t>
            </a:r>
          </a:p>
          <a:p>
            <a:r>
              <a:rPr lang="ru-RU" dirty="0" err="1"/>
              <a:t>Retrieval</a:t>
            </a:r>
            <a:endParaRPr lang="ru-RU" dirty="0"/>
          </a:p>
          <a:p>
            <a:r>
              <a:rPr lang="ru-RU" dirty="0" err="1"/>
              <a:t>Recursive</a:t>
            </a:r>
            <a:r>
              <a:rPr lang="ru-RU" dirty="0"/>
              <a:t> </a:t>
            </a:r>
            <a:r>
              <a:rPr lang="ru-RU" dirty="0" err="1"/>
              <a:t>loop</a:t>
            </a:r>
            <a:endParaRPr lang="ru-RU" dirty="0"/>
          </a:p>
          <a:p>
            <a:r>
              <a:rPr lang="ru-RU" dirty="0"/>
              <a:t>Генерация ответа с источниками</a:t>
            </a:r>
          </a:p>
          <a:p>
            <a:endParaRPr lang="ru-RU" dirty="0"/>
          </a:p>
        </p:txBody>
      </p:sp>
      <p:sp>
        <p:nvSpPr>
          <p:cNvPr id="4" name="Овал 3">
            <a:extLst>
              <a:ext uri="{FF2B5EF4-FFF2-40B4-BE49-F238E27FC236}">
                <a16:creationId xmlns:a16="http://schemas.microsoft.com/office/drawing/2014/main" id="{9A17AFD4-43D2-3BC8-1D81-C12DEAFA0CAE}"/>
              </a:ext>
            </a:extLst>
          </p:cNvPr>
          <p:cNvSpPr/>
          <p:nvPr/>
        </p:nvSpPr>
        <p:spPr>
          <a:xfrm>
            <a:off x="181379" y="1123837"/>
            <a:ext cx="1041169" cy="1041169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5" name="Прямоугольник 4" descr="Сетевая диаграмма">
            <a:extLst>
              <a:ext uri="{FF2B5EF4-FFF2-40B4-BE49-F238E27FC236}">
                <a16:creationId xmlns:a16="http://schemas.microsoft.com/office/drawing/2014/main" id="{DB8219EB-A78C-9DC5-2C89-BD577FD4AEFE}"/>
              </a:ext>
            </a:extLst>
          </p:cNvPr>
          <p:cNvSpPr/>
          <p:nvPr/>
        </p:nvSpPr>
        <p:spPr>
          <a:xfrm>
            <a:off x="338613" y="1354869"/>
            <a:ext cx="597392" cy="597392"/>
          </a:xfrm>
          <a:prstGeom prst="rect">
            <a:avLst/>
          </a:pr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bg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82109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D418A-7E9B-67E7-A0D4-95E69BE95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7B552C-E120-3A8F-1D0E-3C5464CD3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Архитектура решения</a:t>
            </a:r>
            <a:br>
              <a:rPr lang="ru-RU" b="1" noProof="1"/>
            </a:br>
            <a:endParaRPr lang="ru-RU" dirty="0"/>
          </a:p>
        </p:txBody>
      </p:sp>
      <p:sp>
        <p:nvSpPr>
          <p:cNvPr id="4" name="Овал 3">
            <a:extLst>
              <a:ext uri="{FF2B5EF4-FFF2-40B4-BE49-F238E27FC236}">
                <a16:creationId xmlns:a16="http://schemas.microsoft.com/office/drawing/2014/main" id="{C3CC75CF-1B3B-95DF-2848-B9CC47792A49}"/>
              </a:ext>
            </a:extLst>
          </p:cNvPr>
          <p:cNvSpPr/>
          <p:nvPr/>
        </p:nvSpPr>
        <p:spPr>
          <a:xfrm>
            <a:off x="181379" y="1123837"/>
            <a:ext cx="1041169" cy="1041169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5" name="Прямоугольник 4" descr="Сетевая диаграмма">
            <a:extLst>
              <a:ext uri="{FF2B5EF4-FFF2-40B4-BE49-F238E27FC236}">
                <a16:creationId xmlns:a16="http://schemas.microsoft.com/office/drawing/2014/main" id="{586A4ECC-946A-EC1C-B3EA-48A12402B963}"/>
              </a:ext>
            </a:extLst>
          </p:cNvPr>
          <p:cNvSpPr/>
          <p:nvPr/>
        </p:nvSpPr>
        <p:spPr>
          <a:xfrm>
            <a:off x="338613" y="1354869"/>
            <a:ext cx="597392" cy="597392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bg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ru-RU"/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BA39E1C4-BF9C-E2D2-C05E-3CB5B02286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4" name="Рисунок 13" descr="Изображение выглядит как текст, диаграмма, снимок экрана, Пла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11362C4-FD9A-C2EA-1575-A31AF8E77B4F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53318" y="769093"/>
            <a:ext cx="8312691" cy="4968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2377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F416BA-2303-4E1A-7732-4C9DDC733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RAG vs</a:t>
            </a:r>
            <a:br>
              <a:rPr lang="en-US" dirty="0"/>
            </a:br>
            <a:r>
              <a:rPr lang="ru-RU" dirty="0"/>
              <a:t>классический </a:t>
            </a:r>
            <a:r>
              <a:rPr lang="en-US" dirty="0"/>
              <a:t>RAG</a:t>
            </a:r>
            <a:br>
              <a:rPr lang="en-US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98BF0E7-2D60-7677-B457-5D353F4776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Отличие </a:t>
            </a:r>
            <a:r>
              <a:rPr lang="ru-RU" b="1" dirty="0" err="1"/>
              <a:t>Recursive</a:t>
            </a:r>
            <a:r>
              <a:rPr lang="ru-RU" b="1" dirty="0"/>
              <a:t> RAG от классического подхода</a:t>
            </a:r>
          </a:p>
          <a:p>
            <a:pPr marL="0" indent="0">
              <a:buNone/>
            </a:pPr>
            <a:r>
              <a:rPr lang="ru-RU" dirty="0"/>
              <a:t>Классический RAG выполняет однократный </a:t>
            </a:r>
            <a:r>
              <a:rPr lang="ru-RU" dirty="0" err="1"/>
              <a:t>retrieval</a:t>
            </a:r>
            <a:r>
              <a:rPr lang="ru-RU" dirty="0"/>
              <a:t> и сразу генерирует ответ.</a:t>
            </a:r>
          </a:p>
          <a:p>
            <a:pPr marL="0" indent="0">
              <a:buNone/>
            </a:pPr>
            <a:r>
              <a:rPr lang="ru-RU" dirty="0" err="1"/>
              <a:t>Recursive</a:t>
            </a:r>
            <a:r>
              <a:rPr lang="ru-RU" dirty="0"/>
              <a:t> RAG позволяет:</a:t>
            </a:r>
          </a:p>
          <a:p>
            <a:r>
              <a:rPr lang="ru-RU" dirty="0"/>
              <a:t>уточнять юрисдикцию;</a:t>
            </a:r>
          </a:p>
          <a:p>
            <a:r>
              <a:rPr lang="ru-RU" dirty="0"/>
              <a:t>проверять редакции норм;</a:t>
            </a:r>
          </a:p>
          <a:p>
            <a:r>
              <a:rPr lang="ru-RU" dirty="0"/>
              <a:t>добавлять судебную практику;</a:t>
            </a:r>
          </a:p>
          <a:p>
            <a:r>
              <a:rPr lang="ru-RU" dirty="0"/>
              <a:t>устранять пробелы в анализе.</a:t>
            </a:r>
          </a:p>
          <a:p>
            <a:pPr marL="0" indent="0">
              <a:buNone/>
            </a:pPr>
            <a:r>
              <a:rPr lang="ru-RU" i="1" dirty="0"/>
              <a:t>Это особенно важно в юридических задачах, где релевантные источники не всегда очевидны заранее.</a:t>
            </a:r>
          </a:p>
          <a:p>
            <a:endParaRPr lang="ru-RU" dirty="0"/>
          </a:p>
        </p:txBody>
      </p:sp>
      <p:sp>
        <p:nvSpPr>
          <p:cNvPr id="4" name="Овал 3">
            <a:extLst>
              <a:ext uri="{FF2B5EF4-FFF2-40B4-BE49-F238E27FC236}">
                <a16:creationId xmlns:a16="http://schemas.microsoft.com/office/drawing/2014/main" id="{D4D563EB-AE57-8F0D-F348-D55B337B5671}"/>
              </a:ext>
            </a:extLst>
          </p:cNvPr>
          <p:cNvSpPr/>
          <p:nvPr/>
        </p:nvSpPr>
        <p:spPr>
          <a:xfrm>
            <a:off x="252919" y="1123837"/>
            <a:ext cx="1041169" cy="1041169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5" name="Прямоугольник 4" descr="Измерительный прибор">
            <a:extLst>
              <a:ext uri="{FF2B5EF4-FFF2-40B4-BE49-F238E27FC236}">
                <a16:creationId xmlns:a16="http://schemas.microsoft.com/office/drawing/2014/main" id="{D506AE6B-42F0-D301-B9B5-A5DFD17B0809}"/>
              </a:ext>
            </a:extLst>
          </p:cNvPr>
          <p:cNvSpPr/>
          <p:nvPr/>
        </p:nvSpPr>
        <p:spPr>
          <a:xfrm>
            <a:off x="474808" y="1345726"/>
            <a:ext cx="597392" cy="597392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bg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22460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7F0EC-011E-67ED-8DD6-DA926FDE0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C3952D-820C-3AA2-2196-D2A746720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b="1" dirty="0"/>
              <a:t>Демонстрация</a:t>
            </a:r>
            <a:endParaRPr lang="ru-RU" sz="3200" dirty="0"/>
          </a:p>
        </p:txBody>
      </p:sp>
      <p:sp>
        <p:nvSpPr>
          <p:cNvPr id="4" name="Овал 3">
            <a:extLst>
              <a:ext uri="{FF2B5EF4-FFF2-40B4-BE49-F238E27FC236}">
                <a16:creationId xmlns:a16="http://schemas.microsoft.com/office/drawing/2014/main" id="{95D09BE6-4CA1-3E87-9596-9E192F67A2F7}"/>
              </a:ext>
            </a:extLst>
          </p:cNvPr>
          <p:cNvSpPr/>
          <p:nvPr/>
        </p:nvSpPr>
        <p:spPr>
          <a:xfrm>
            <a:off x="181379" y="1123837"/>
            <a:ext cx="1041169" cy="1041169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5" name="Прямоугольник 4" descr="Сетевая диаграмма">
            <a:extLst>
              <a:ext uri="{FF2B5EF4-FFF2-40B4-BE49-F238E27FC236}">
                <a16:creationId xmlns:a16="http://schemas.microsoft.com/office/drawing/2014/main" id="{7A1E2E3E-6DE7-9E60-5827-35519BAB8235}"/>
              </a:ext>
            </a:extLst>
          </p:cNvPr>
          <p:cNvSpPr/>
          <p:nvPr/>
        </p:nvSpPr>
        <p:spPr>
          <a:xfrm>
            <a:off x="338613" y="1354869"/>
            <a:ext cx="597392" cy="597392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bg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ru-RU"/>
          </a:p>
        </p:txBody>
      </p:sp>
      <p:pic>
        <p:nvPicPr>
          <p:cNvPr id="6" name="Объект 5" descr="Изображение выглядит как текст, программное обеспечение, Значок на компьютере, веб-страниц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D77AC6D-2EEA-6308-35D2-4ED71C795B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40721" y="765459"/>
            <a:ext cx="8360328" cy="3942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120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7DD10D-DDC2-16E4-2E6E-8B5D4A105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Система оценки качества</a:t>
            </a:r>
            <a:br>
              <a:rPr lang="ru-RU" dirty="0"/>
            </a:b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6251580-3BA6-AD1C-7451-877F2A4183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Разработано 8 формальных метрик:</a:t>
                </a:r>
              </a:p>
              <a:p>
                <a:r>
                  <a:rPr lang="en-US" b="1" dirty="0"/>
                  <a:t>LCS</a:t>
                </a:r>
                <a:r>
                  <a:rPr lang="en-US" dirty="0"/>
                  <a:t> — </a:t>
                </a:r>
                <a:r>
                  <a:rPr lang="ru-RU" dirty="0"/>
                  <a:t>юридическая корректность</a:t>
                </a:r>
              </a:p>
              <a:p>
                <a:r>
                  <a:rPr lang="en-US" b="1" dirty="0"/>
                  <a:t>SGS</a:t>
                </a:r>
                <a:r>
                  <a:rPr lang="en-US" dirty="0"/>
                  <a:t> — </a:t>
                </a:r>
                <a:r>
                  <a:rPr lang="ru-RU" dirty="0"/>
                  <a:t>обоснованность источников</a:t>
                </a:r>
              </a:p>
              <a:p>
                <a:r>
                  <a:rPr lang="en-US" b="1" dirty="0"/>
                  <a:t>NVS</a:t>
                </a:r>
                <a:r>
                  <a:rPr lang="en-US" dirty="0"/>
                  <a:t> — </a:t>
                </a:r>
                <a:r>
                  <a:rPr lang="ru-RU" dirty="0"/>
                  <a:t>актуальность норм</a:t>
                </a:r>
              </a:p>
              <a:p>
                <a:r>
                  <a:rPr lang="en-US" b="1" dirty="0"/>
                  <a:t>LCV</a:t>
                </a:r>
                <a:r>
                  <a:rPr lang="en-US" dirty="0"/>
                  <a:t> — </a:t>
                </a:r>
                <a:r>
                  <a:rPr lang="ru-RU" dirty="0"/>
                  <a:t>полнота анализа</a:t>
                </a:r>
              </a:p>
              <a:p>
                <a:r>
                  <a:rPr lang="en-US" b="1" dirty="0"/>
                  <a:t>SCS</a:t>
                </a:r>
                <a:r>
                  <a:rPr lang="en-US" dirty="0"/>
                  <a:t> — </a:t>
                </a:r>
                <a:r>
                  <a:rPr lang="ru-RU" dirty="0"/>
                  <a:t>структура</a:t>
                </a:r>
              </a:p>
              <a:p>
                <a:r>
                  <a:rPr lang="en-US" b="1" dirty="0"/>
                  <a:t>CRS</a:t>
                </a:r>
                <a:r>
                  <a:rPr lang="en-US" dirty="0"/>
                  <a:t> — </a:t>
                </a:r>
                <a:r>
                  <a:rPr lang="ru-RU" dirty="0"/>
                  <a:t>релевантность</a:t>
                </a:r>
              </a:p>
              <a:p>
                <a:r>
                  <a:rPr lang="en-US" b="1" dirty="0"/>
                  <a:t>HRS</a:t>
                </a:r>
                <a:r>
                  <a:rPr lang="en-US" dirty="0"/>
                  <a:t> — </a:t>
                </a:r>
                <a:r>
                  <a:rPr lang="ru-RU" dirty="0"/>
                  <a:t>устойчивость к галлюцинациям</a:t>
                </a:r>
              </a:p>
              <a:p>
                <a:r>
                  <a:rPr lang="en-US" b="1" dirty="0"/>
                  <a:t>ARQ</a:t>
                </a:r>
                <a:r>
                  <a:rPr lang="en-US" dirty="0"/>
                  <a:t> — </a:t>
                </a:r>
                <a:r>
                  <a:rPr lang="ru-RU" dirty="0"/>
                  <a:t>корректность </a:t>
                </a:r>
                <a:r>
                  <a:rPr lang="ru-RU" dirty="0" err="1"/>
                  <a:t>агентной</a:t>
                </a:r>
                <a:r>
                  <a:rPr lang="ru-RU" dirty="0"/>
                  <a:t> логики</a:t>
                </a:r>
              </a:p>
              <a:p>
                <a:pPr marL="0" indent="0">
                  <a:buNone/>
                </a:pPr>
                <a:r>
                  <a:rPr lang="ru-RU" dirty="0"/>
                  <a:t>Интегральная оценка: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b="1" i="1">
                          <a:latin typeface="Cambria Math" panose="02040503050406030204" pitchFamily="18" charset="0"/>
                        </a:rPr>
                        <m:t>𝑸</m:t>
                      </m:r>
                      <m:r>
                        <a:rPr lang="ru-RU" b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subHide m:val="on"/>
                          <m:supHide m:val="on"/>
                          <m:ctrlPr>
                            <a:rPr lang="ar-AE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ar-AE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ar-AE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ar-AE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b="1" i="1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ar-AE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ar-AE" b="1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6251580-3BA6-AD1C-7451-877F2A4183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17" t="-297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Овал 3">
            <a:extLst>
              <a:ext uri="{FF2B5EF4-FFF2-40B4-BE49-F238E27FC236}">
                <a16:creationId xmlns:a16="http://schemas.microsoft.com/office/drawing/2014/main" id="{DF87C086-B0E8-AB4D-8465-FEB274D6D57C}"/>
              </a:ext>
            </a:extLst>
          </p:cNvPr>
          <p:cNvSpPr/>
          <p:nvPr/>
        </p:nvSpPr>
        <p:spPr>
          <a:xfrm>
            <a:off x="252919" y="1123837"/>
            <a:ext cx="1041169" cy="1041169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5" name="Прямоугольник 4" descr="Весы правосудия">
            <a:extLst>
              <a:ext uri="{FF2B5EF4-FFF2-40B4-BE49-F238E27FC236}">
                <a16:creationId xmlns:a16="http://schemas.microsoft.com/office/drawing/2014/main" id="{F52D060D-8C30-C2DE-C119-A34AF399E764}"/>
              </a:ext>
            </a:extLst>
          </p:cNvPr>
          <p:cNvSpPr/>
          <p:nvPr/>
        </p:nvSpPr>
        <p:spPr>
          <a:xfrm>
            <a:off x="474807" y="1345726"/>
            <a:ext cx="597392" cy="597392"/>
          </a:xfrm>
          <a:prstGeom prst="rect">
            <a:avLst/>
          </a:pr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bg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63935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8AA32-078C-30C2-D4BC-1A431B4EB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83E83C-CEBD-FEF8-179E-1F7D4F3CD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Система оценки качества</a:t>
            </a:r>
            <a:br>
              <a:rPr lang="ru-RU" dirty="0"/>
            </a:br>
            <a:endParaRPr lang="ru-RU" dirty="0"/>
          </a:p>
        </p:txBody>
      </p:sp>
      <p:sp>
        <p:nvSpPr>
          <p:cNvPr id="4" name="Овал 3">
            <a:extLst>
              <a:ext uri="{FF2B5EF4-FFF2-40B4-BE49-F238E27FC236}">
                <a16:creationId xmlns:a16="http://schemas.microsoft.com/office/drawing/2014/main" id="{202232B9-E356-B5AE-84C0-1C2D83DEE7E9}"/>
              </a:ext>
            </a:extLst>
          </p:cNvPr>
          <p:cNvSpPr/>
          <p:nvPr/>
        </p:nvSpPr>
        <p:spPr>
          <a:xfrm>
            <a:off x="252919" y="1123837"/>
            <a:ext cx="1041169" cy="1041169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5" name="Прямоугольник 4" descr="Весы правосудия">
            <a:extLst>
              <a:ext uri="{FF2B5EF4-FFF2-40B4-BE49-F238E27FC236}">
                <a16:creationId xmlns:a16="http://schemas.microsoft.com/office/drawing/2014/main" id="{33DB878C-10B7-01E9-D31A-7DBF40B7431D}"/>
              </a:ext>
            </a:extLst>
          </p:cNvPr>
          <p:cNvSpPr/>
          <p:nvPr/>
        </p:nvSpPr>
        <p:spPr>
          <a:xfrm>
            <a:off x="474807" y="1345726"/>
            <a:ext cx="597392" cy="597392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bg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ru-RU"/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8056FFD9-1D92-AAFC-1D72-CB2C719F0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9" name="Рисунок 8" descr="Изображение выглядит как текст, снимок экрана, число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D8F9B6E-8BCE-E01A-62C3-1354890B2B6A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22289" y="731894"/>
            <a:ext cx="8769711" cy="5338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2809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97C6FD-4DD8-DE38-9B03-121488364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Эксперимент</a:t>
            </a:r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3CF5A6D7-2067-9470-9902-9626395D1A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735782"/>
              </p:ext>
            </p:extLst>
          </p:nvPr>
        </p:nvGraphicFramePr>
        <p:xfrm>
          <a:off x="3560323" y="359923"/>
          <a:ext cx="8287966" cy="62937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Овал 3">
            <a:extLst>
              <a:ext uri="{FF2B5EF4-FFF2-40B4-BE49-F238E27FC236}">
                <a16:creationId xmlns:a16="http://schemas.microsoft.com/office/drawing/2014/main" id="{42AA396E-8CFD-402E-6677-584D749FD1C8}"/>
              </a:ext>
            </a:extLst>
          </p:cNvPr>
          <p:cNvSpPr/>
          <p:nvPr/>
        </p:nvSpPr>
        <p:spPr>
          <a:xfrm>
            <a:off x="252919" y="1123837"/>
            <a:ext cx="1041169" cy="1041169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5" name="Прямоугольник 4" descr="Ученый">
            <a:extLst>
              <a:ext uri="{FF2B5EF4-FFF2-40B4-BE49-F238E27FC236}">
                <a16:creationId xmlns:a16="http://schemas.microsoft.com/office/drawing/2014/main" id="{31C2ADE9-6492-F831-DE82-34F74D52B0E4}"/>
              </a:ext>
            </a:extLst>
          </p:cNvPr>
          <p:cNvSpPr/>
          <p:nvPr/>
        </p:nvSpPr>
        <p:spPr>
          <a:xfrm>
            <a:off x="474808" y="1345726"/>
            <a:ext cx="597392" cy="597392"/>
          </a:xfrm>
          <a:prstGeom prst="rect">
            <a:avLst/>
          </a:pr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bg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77594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BD20BA-9586-046C-E472-7293FB65F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83A6C2-2BBD-5E48-C2B1-44400C52FF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Среднее интегральное качество составило: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	</a:t>
            </a:r>
            <a:r>
              <a:rPr lang="ru-RU" b="1" dirty="0" err="1"/>
              <a:t>Average</a:t>
            </a:r>
            <a:r>
              <a:rPr lang="ru-RU" b="1" dirty="0"/>
              <a:t> Q = 0.7019.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Наиболее сильные стороны системы:</a:t>
            </a:r>
          </a:p>
          <a:p>
            <a:r>
              <a:rPr lang="ru-RU" dirty="0"/>
              <a:t>структурированность ответов;</a:t>
            </a:r>
          </a:p>
          <a:p>
            <a:r>
              <a:rPr lang="ru-RU" dirty="0"/>
              <a:t>наличие ссылок на источники;</a:t>
            </a:r>
          </a:p>
          <a:p>
            <a:r>
              <a:rPr lang="ru-RU" dirty="0"/>
              <a:t>логическая аргументация.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Основные зоны роста:</a:t>
            </a:r>
          </a:p>
          <a:p>
            <a:r>
              <a:rPr lang="ru-RU" dirty="0"/>
              <a:t>полнота правового анализа;</a:t>
            </a:r>
          </a:p>
          <a:p>
            <a:r>
              <a:rPr lang="ru-RU" dirty="0"/>
              <a:t>устойчивость к отдельным галлюцинациям;</a:t>
            </a:r>
          </a:p>
          <a:p>
            <a:r>
              <a:rPr lang="ru-RU" dirty="0"/>
              <a:t>автоматическая проверка актуальности редакций.</a:t>
            </a:r>
          </a:p>
          <a:p>
            <a:endParaRPr lang="ru-RU" dirty="0"/>
          </a:p>
        </p:txBody>
      </p:sp>
      <p:sp>
        <p:nvSpPr>
          <p:cNvPr id="4" name="Овал 3">
            <a:extLst>
              <a:ext uri="{FF2B5EF4-FFF2-40B4-BE49-F238E27FC236}">
                <a16:creationId xmlns:a16="http://schemas.microsoft.com/office/drawing/2014/main" id="{764D8F31-8D46-A689-E042-C3D0A087187E}"/>
              </a:ext>
            </a:extLst>
          </p:cNvPr>
          <p:cNvSpPr/>
          <p:nvPr/>
        </p:nvSpPr>
        <p:spPr>
          <a:xfrm>
            <a:off x="252919" y="1123837"/>
            <a:ext cx="1041169" cy="1041169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5" name="Прямоугольник 4" descr="Презентация с линейчатой диаграммой">
            <a:extLst>
              <a:ext uri="{FF2B5EF4-FFF2-40B4-BE49-F238E27FC236}">
                <a16:creationId xmlns:a16="http://schemas.microsoft.com/office/drawing/2014/main" id="{AC82684D-8DAE-7220-6F29-62AD73F3D916}"/>
              </a:ext>
            </a:extLst>
          </p:cNvPr>
          <p:cNvSpPr/>
          <p:nvPr/>
        </p:nvSpPr>
        <p:spPr>
          <a:xfrm>
            <a:off x="474808" y="1345726"/>
            <a:ext cx="597392" cy="597392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bg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99546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A55596-2567-C591-9D3E-E0ACD3944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96D20EC-ECEB-EC3B-CC51-06CA7625F2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В ходе работы показано, что: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 err="1"/>
              <a:t>Agentic</a:t>
            </a:r>
            <a:r>
              <a:rPr lang="ru-RU" dirty="0"/>
              <a:t>-подход применим к юридическим задачам.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 err="1"/>
              <a:t>Recursive</a:t>
            </a:r>
            <a:r>
              <a:rPr lang="ru-RU" dirty="0"/>
              <a:t> RAG повышает управляемость и объяснимость процесса анализа.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Формализованная система метрик позволяет объективно оценивать качество юридических ответов.</a:t>
            </a:r>
          </a:p>
          <a:p>
            <a:pPr marL="0" indent="0">
              <a:buNone/>
            </a:pPr>
            <a:r>
              <a:rPr lang="ru-RU" dirty="0"/>
              <a:t>Разработанный прототип демонстрирует практическую применимость в </a:t>
            </a:r>
            <a:r>
              <a:rPr lang="ru-RU" dirty="0" err="1"/>
              <a:t>legal-tech</a:t>
            </a:r>
            <a:r>
              <a:rPr lang="ru-RU" dirty="0"/>
              <a:t>.</a:t>
            </a:r>
          </a:p>
          <a:p>
            <a:pPr marL="0" indent="0">
              <a:buNone/>
            </a:pPr>
            <a:r>
              <a:rPr lang="ru-RU" dirty="0"/>
              <a:t>Таким образом, предложенная архитектура позволяет </a:t>
            </a:r>
            <a:r>
              <a:rPr lang="ru-RU" b="1" dirty="0"/>
              <a:t>рассматривать LLM не как генератор текста, а как управляемый интеллектуальный правовой аналитический инструмент.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Спасибо за внимание. Готов ответить на вопросы.</a:t>
            </a:r>
          </a:p>
          <a:p>
            <a:endParaRPr lang="ru-RU" dirty="0"/>
          </a:p>
        </p:txBody>
      </p:sp>
      <p:sp>
        <p:nvSpPr>
          <p:cNvPr id="4" name="Овал 3">
            <a:extLst>
              <a:ext uri="{FF2B5EF4-FFF2-40B4-BE49-F238E27FC236}">
                <a16:creationId xmlns:a16="http://schemas.microsoft.com/office/drawing/2014/main" id="{724745E7-F9D6-AA40-0850-2EAA21141B1A}"/>
              </a:ext>
            </a:extLst>
          </p:cNvPr>
          <p:cNvSpPr/>
          <p:nvPr/>
        </p:nvSpPr>
        <p:spPr>
          <a:xfrm>
            <a:off x="252919" y="1123837"/>
            <a:ext cx="1041169" cy="1041169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5" name="Прямоугольник 4" descr="Мозговой штурм группы">
            <a:extLst>
              <a:ext uri="{FF2B5EF4-FFF2-40B4-BE49-F238E27FC236}">
                <a16:creationId xmlns:a16="http://schemas.microsoft.com/office/drawing/2014/main" id="{8A12017C-D3F2-55C0-3245-31458CAE0870}"/>
              </a:ext>
            </a:extLst>
          </p:cNvPr>
          <p:cNvSpPr/>
          <p:nvPr/>
        </p:nvSpPr>
        <p:spPr>
          <a:xfrm>
            <a:off x="474808" y="1345726"/>
            <a:ext cx="597392" cy="597392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bg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78351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127E79-3C4F-433C-51DE-AFB36DCD2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СПАСИБО ЗА ВНИМАНИЕ! </a:t>
            </a:r>
            <a:br>
              <a:rPr lang="ru-RU" dirty="0"/>
            </a:br>
            <a:br>
              <a:rPr lang="ru-RU" dirty="0"/>
            </a:br>
            <a:br>
              <a:rPr lang="ru-RU" dirty="0"/>
            </a:br>
            <a:r>
              <a:rPr lang="ru-RU" dirty="0"/>
              <a:t>Вопросы? 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25F83219-1255-DE66-E7CC-749DF56ECC51}"/>
              </a:ext>
            </a:extLst>
          </p:cNvPr>
          <p:cNvSpPr txBox="1">
            <a:spLocks/>
          </p:cNvSpPr>
          <p:nvPr/>
        </p:nvSpPr>
        <p:spPr>
          <a:xfrm>
            <a:off x="4396465" y="2317081"/>
            <a:ext cx="4058544" cy="18172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itchFamily="18" charset="2"/>
              <a:buNone/>
            </a:pPr>
            <a:endParaRPr lang="ru-RU" dirty="0"/>
          </a:p>
          <a:p>
            <a:pPr marL="0" indent="0">
              <a:buFont typeface="Wingdings 2" pitchFamily="18" charset="2"/>
              <a:buNone/>
            </a:pPr>
            <a:r>
              <a:rPr lang="ru-RU" dirty="0" err="1"/>
              <a:t>Клянчин</a:t>
            </a:r>
            <a:r>
              <a:rPr lang="ru-RU" dirty="0"/>
              <a:t> Александр</a:t>
            </a:r>
          </a:p>
          <a:p>
            <a:pPr marL="0" indent="0">
              <a:buFont typeface="Wingdings 2" pitchFamily="18" charset="2"/>
              <a:buNone/>
            </a:pPr>
            <a:r>
              <a:rPr lang="en-US" dirty="0">
                <a:hlinkClick r:id="rId2"/>
              </a:rPr>
              <a:t>k142@mail.ru</a:t>
            </a:r>
            <a:endParaRPr lang="en-US" dirty="0"/>
          </a:p>
          <a:p>
            <a:pPr marL="0" indent="0">
              <a:buFont typeface="Wingdings 2" pitchFamily="18" charset="2"/>
              <a:buNone/>
            </a:pPr>
            <a:r>
              <a:rPr lang="en-US" dirty="0"/>
              <a:t>@AlexKChin</a:t>
            </a:r>
            <a:r>
              <a:rPr lang="ru-RU" dirty="0"/>
              <a:t> </a:t>
            </a:r>
          </a:p>
        </p:txBody>
      </p:sp>
      <p:pic>
        <p:nvPicPr>
          <p:cNvPr id="7" name="Рисунок 6" descr="Конверт">
            <a:extLst>
              <a:ext uri="{FF2B5EF4-FFF2-40B4-BE49-F238E27FC236}">
                <a16:creationId xmlns:a16="http://schemas.microsoft.com/office/drawing/2014/main" id="{F63114B6-852A-CA9F-CB9A-E5C817CB9D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39265" y="3220531"/>
            <a:ext cx="457200" cy="457200"/>
          </a:xfrm>
          <a:prstGeom prst="rect">
            <a:avLst/>
          </a:prstGeom>
        </p:spPr>
      </p:pic>
      <p:pic>
        <p:nvPicPr>
          <p:cNvPr id="8" name="Рисунок 7" descr="Значок сотрудника">
            <a:extLst>
              <a:ext uri="{FF2B5EF4-FFF2-40B4-BE49-F238E27FC236}">
                <a16:creationId xmlns:a16="http://schemas.microsoft.com/office/drawing/2014/main" id="{1F2DACF1-74E9-D1E5-A743-693DF64F06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39265" y="2763330"/>
            <a:ext cx="457200" cy="457200"/>
          </a:xfrm>
          <a:prstGeom prst="rect">
            <a:avLst/>
          </a:prstGeom>
        </p:spPr>
      </p:pic>
      <p:pic>
        <p:nvPicPr>
          <p:cNvPr id="9" name="Рисунок 8" descr="Отправить">
            <a:extLst>
              <a:ext uri="{FF2B5EF4-FFF2-40B4-BE49-F238E27FC236}">
                <a16:creationId xmlns:a16="http://schemas.microsoft.com/office/drawing/2014/main" id="{D55056AE-09E7-AD26-8880-6A0D6A00245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939265" y="3671952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816085"/>
      </p:ext>
    </p:extLst>
  </p:cSld>
  <p:clrMapOvr>
    <a:masterClrMapping/>
  </p:clrMapOvr>
</p:sld>
</file>

<file path=ppt/theme/theme1.xml><?xml version="1.0" encoding="utf-8"?>
<a:theme xmlns:a="http://schemas.openxmlformats.org/drawingml/2006/main" name="Рамка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6806600_TF00804820.potx" id="{9F60D0C7-80C7-4421-ABA8-1FE9FEE4F598}" vid="{F18DC716-586A-43CC-8026-48DFF97B05C1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5A9C098-A058-4A59-AA77-E2402053F600}">
  <ds:schemaRefs>
    <ds:schemaRef ds:uri="http://purl.org/dc/terms/"/>
    <ds:schemaRef ds:uri="http://schemas.openxmlformats.org/package/2006/metadata/core-properties"/>
    <ds:schemaRef ds:uri="16c05727-aa75-4e4a-9b5f-8a80a1165891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CEA0254-3646-4633-AE89-92733C2D697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BD8AF61-0EFE-4B67-AC63-165AA360F94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Шаблон Кадр</Template>
  <TotalTime>409</TotalTime>
  <Words>549</Words>
  <Application>Microsoft Office PowerPoint</Application>
  <PresentationFormat>Широкоэкранный</PresentationFormat>
  <Paragraphs>106</Paragraphs>
  <Slides>15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0" baseType="lpstr">
      <vt:lpstr>Calibri</vt:lpstr>
      <vt:lpstr>Cambria Math</vt:lpstr>
      <vt:lpstr>Corbel</vt:lpstr>
      <vt:lpstr>Wingdings 2</vt:lpstr>
      <vt:lpstr>Рамка</vt:lpstr>
      <vt:lpstr>LLM-агент юридического ассистента</vt:lpstr>
      <vt:lpstr>План</vt:lpstr>
      <vt:lpstr>Проблематика </vt:lpstr>
      <vt:lpstr>Проблематика </vt:lpstr>
      <vt:lpstr>Постановка задачи</vt:lpstr>
      <vt:lpstr>Архитектура решения </vt:lpstr>
      <vt:lpstr>Архитектура решения </vt:lpstr>
      <vt:lpstr>Recursive RAG vs классический RAG </vt:lpstr>
      <vt:lpstr>Демонстрация</vt:lpstr>
      <vt:lpstr>Система оценки качества </vt:lpstr>
      <vt:lpstr>Система оценки качества </vt:lpstr>
      <vt:lpstr>Эксперимент</vt:lpstr>
      <vt:lpstr>Результаты</vt:lpstr>
      <vt:lpstr>Выводы</vt:lpstr>
      <vt:lpstr>СПАСИБО ЗА ВНИМАНИЕ!    Вопросы?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 Klyanchin</dc:creator>
  <cp:lastModifiedBy>Alex Klyanchin</cp:lastModifiedBy>
  <cp:revision>3</cp:revision>
  <dcterms:created xsi:type="dcterms:W3CDTF">2026-03-01T11:16:21Z</dcterms:created>
  <dcterms:modified xsi:type="dcterms:W3CDTF">2026-03-03T16:28:46Z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